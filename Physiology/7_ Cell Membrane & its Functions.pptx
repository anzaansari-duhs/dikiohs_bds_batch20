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9144000"/>
  <p:notesSz cx="9601200" cy="7315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jKTs4KkuJH9EHWCC5/9den0b/t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16083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438775" y="0"/>
            <a:ext cx="416083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carbohydrates are not inserted into the membrane -- they are too hydrophilic for that. They are attached to embedded proteins -- glycoproteins.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3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17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17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8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8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9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19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1" name="Google Shape;1681;p19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20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9" name="Google Shape;1689;p20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0" name="Google Shape;1690;p20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21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21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8" name="Google Shape;1698;p21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22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22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23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23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24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24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25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6" name="Google Shape;1736;p25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26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26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3" name="Google Shape;1743;p26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Signal transduction  - transmitting a signal from outside the cell to the cell nucleus, like receiving a hormone which triggers a receptor on the inside of the cell that then signals to the nucleus that a protein must be made.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6" name="Shape 1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7" name="Google Shape;1757;p27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8" name="Google Shape;1758;p27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59" name="Google Shape;1759;p27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p28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5" name="Google Shape;1765;p28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66" name="Google Shape;1766;p28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Google Shape;1771;p29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2" name="Google Shape;1772;p29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3" name="Google Shape;1773;p29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30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9" name="Google Shape;1779;p30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80" name="Google Shape;1780;p30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p31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1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32:notes"/>
          <p:cNvSpPr txBox="1"/>
          <p:nvPr>
            <p:ph idx="12" type="sldNum"/>
          </p:nvPr>
        </p:nvSpPr>
        <p:spPr>
          <a:xfrm>
            <a:off x="5438775" y="6948488"/>
            <a:ext cx="41608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32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4" name="Google Shape;1794;p32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four human blood groups (A, B, AB, and O) differ in the external carbohydrates on red blood cells.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33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1" name="Google Shape;1801;p33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34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4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35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5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36:notes"/>
          <p:cNvSpPr txBox="1"/>
          <p:nvPr>
            <p:ph idx="1" type="body"/>
          </p:nvPr>
        </p:nvSpPr>
        <p:spPr>
          <a:xfrm>
            <a:off x="960438" y="3521075"/>
            <a:ext cx="7680325" cy="28797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6:notes"/>
          <p:cNvSpPr/>
          <p:nvPr>
            <p:ph idx="2" type="sldImg"/>
          </p:nvPr>
        </p:nvSpPr>
        <p:spPr>
          <a:xfrm>
            <a:off x="3154363" y="914400"/>
            <a:ext cx="3292475" cy="24685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showMasterSp="0" type="txAndClipArt">
  <p:cSld name="TEXT_AND_CLIPAR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41"/>
          <p:cNvSpPr/>
          <p:nvPr>
            <p:ph idx="2" type="clipArt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4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5" name="Google Shape;35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48" name="Google Shape;48;p4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5" name="Google Shape;55;p4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6" name="Google Shape;56;p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7" name="Google Shape;57;p4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showMasterSp="0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2" name="Google Shape;82;p4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8" name="Google Shape;88;p5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jpg"/><Relationship Id="rId4" Type="http://schemas.openxmlformats.org/officeDocument/2006/relationships/image" Target="../media/image5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752475" y="1282700"/>
            <a:ext cx="7535863" cy="157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CELL MEMBRANE &amp; </a:t>
            </a:r>
            <a:endParaRPr b="0" i="0" sz="4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ITS  FUNCTION</a:t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962025" y="4352925"/>
            <a:ext cx="7253288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9050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Learning objectives</a:t>
            </a:r>
            <a:endParaRPr sz="4000"/>
          </a:p>
        </p:txBody>
      </p:sp>
      <p:sp>
        <p:nvSpPr>
          <p:cNvPr id="103" name="Google Shape;103;p3"/>
          <p:cNvSpPr txBox="1"/>
          <p:nvPr>
            <p:ph idx="4294967295" type="body"/>
          </p:nvPr>
        </p:nvSpPr>
        <p:spPr>
          <a:xfrm>
            <a:off x="457200" y="1559560"/>
            <a:ext cx="8229600" cy="471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oto Sans Symbols"/>
              <a:buNone/>
            </a:pPr>
            <a:r>
              <a:rPr lang="en-US" sz="2800"/>
              <a:t>At the end of lecture the students should be able to: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Identify the structure of Cell membrane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Recognize the Phospholipid bilayer and its composition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Differentiate between different types of Cell membrane proteins.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Recognize the function of cell membrane proteins and carbohydrates.</a:t>
            </a:r>
            <a:endParaRPr sz="2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Cell membrane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What are the basic components of a cell?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cell membrane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nucleus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cytoplasm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4759325" y="5745163"/>
            <a:ext cx="2454275" cy="85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cytosol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organelles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ell"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5813" y="2644775"/>
            <a:ext cx="2184400" cy="209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4"/>
          <p:cNvCxnSpPr/>
          <p:nvPr/>
        </p:nvCxnSpPr>
        <p:spPr>
          <a:xfrm>
            <a:off x="3735388" y="2452688"/>
            <a:ext cx="2130425" cy="981075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4"/>
          <p:cNvCxnSpPr/>
          <p:nvPr/>
        </p:nvCxnSpPr>
        <p:spPr>
          <a:xfrm flipH="1" rot="10800000">
            <a:off x="2620963" y="3657600"/>
            <a:ext cx="3244850" cy="390525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4"/>
          <p:cNvCxnSpPr/>
          <p:nvPr/>
        </p:nvCxnSpPr>
        <p:spPr>
          <a:xfrm flipH="1" rot="10800000">
            <a:off x="2921000" y="3868738"/>
            <a:ext cx="2944813" cy="151765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" name="Google Shape;115;p4"/>
          <p:cNvGrpSpPr/>
          <p:nvPr/>
        </p:nvGrpSpPr>
        <p:grpSpPr>
          <a:xfrm>
            <a:off x="2943225" y="5597525"/>
            <a:ext cx="1887538" cy="828675"/>
            <a:chOff x="1854" y="3526"/>
            <a:chExt cx="1189" cy="522"/>
          </a:xfrm>
        </p:grpSpPr>
        <p:cxnSp>
          <p:nvCxnSpPr>
            <p:cNvPr id="116" name="Google Shape;116;p4"/>
            <p:cNvCxnSpPr/>
            <p:nvPr/>
          </p:nvCxnSpPr>
          <p:spPr>
            <a:xfrm>
              <a:off x="2640" y="3740"/>
              <a:ext cx="0" cy="307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2634" y="3737"/>
              <a:ext cx="40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2635" y="4048"/>
              <a:ext cx="408" cy="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1854" y="3526"/>
              <a:ext cx="780" cy="37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The cell membrane </a:t>
            </a:r>
            <a:endParaRPr sz="3600"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also called the </a:t>
            </a:r>
            <a:r>
              <a:rPr i="1" lang="en-US" sz="2400"/>
              <a:t>plasma membrane</a:t>
            </a:r>
            <a:r>
              <a:rPr lang="en-US" sz="2400"/>
              <a:t>, which envelops the cell, is a thin, pliable, elastic structure.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only 7.5 to 10 nanometers thick.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It is composed almost entirely of proteins and lipids.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/>
              <a:t>I</a:t>
            </a:r>
            <a:r>
              <a:rPr lang="en-US" sz="2400"/>
              <a:t>s semipermeable, allowing some  substances to pass through it &amp; excluding others due to presence of numerous regulated </a:t>
            </a:r>
            <a:r>
              <a:rPr lang="en-US" sz="2400">
                <a:solidFill>
                  <a:srgbClr val="FF0000"/>
                </a:solidFill>
              </a:rPr>
              <a:t>ion channels</a:t>
            </a:r>
            <a:r>
              <a:rPr lang="en-US" sz="2400"/>
              <a:t> &amp; other transport proteins.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/>
              <a:t>The </a:t>
            </a:r>
            <a:r>
              <a:rPr b="1" lang="en-US" sz="2400">
                <a:solidFill>
                  <a:srgbClr val="FFC000"/>
                </a:solidFill>
              </a:rPr>
              <a:t>nucleus</a:t>
            </a:r>
            <a:r>
              <a:rPr lang="en-US" sz="2400"/>
              <a:t> is also surrounded by a membrane of this type</a:t>
            </a:r>
            <a:endParaRPr sz="2400"/>
          </a:p>
          <a:p>
            <a:pPr indent="-609600" lvl="0" marL="609600" rtl="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/>
              <a:t>The different </a:t>
            </a:r>
            <a:r>
              <a:rPr lang="en-US" sz="2400">
                <a:solidFill>
                  <a:srgbClr val="FF0000"/>
                </a:solidFill>
              </a:rPr>
              <a:t>organelles </a:t>
            </a:r>
            <a:r>
              <a:rPr lang="en-US" sz="2400"/>
              <a:t> like Mitochondria present with in cytoplasm are also surrounded by a membrane</a:t>
            </a:r>
            <a:endParaRPr sz="2400"/>
          </a:p>
          <a:p>
            <a:pPr indent="-609600" lvl="0" marL="609600" rtl="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0" lvl="0" marL="0" rtl="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FC000"/>
                </a:solidFill>
              </a:rPr>
              <a:t>Chemical structure </a:t>
            </a:r>
            <a:r>
              <a:rPr lang="en-US" sz="2400"/>
              <a:t>of membranes &amp; their properties vary considerably from one location to another.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The Cell Membrane</a:t>
            </a:r>
            <a:endParaRPr sz="3600"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What does the cell membrane do?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 sz="2800"/>
              <a:t>Creates separation between ECF vs. ICF</a:t>
            </a:r>
            <a:endParaRPr sz="2800"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Creates fluid compartments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 sz="2800"/>
              <a:t>Regulates ECF – ICF exchange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 sz="2800"/>
              <a:t>Allows for communication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 sz="2800"/>
              <a:t>Provides structural support for cell and tissues</a:t>
            </a:r>
            <a:endParaRPr sz="2800"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/>
          <p:nvPr>
            <p:ph type="title"/>
          </p:nvPr>
        </p:nvSpPr>
        <p:spPr>
          <a:xfrm>
            <a:off x="457200" y="274955"/>
            <a:ext cx="8229600" cy="86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Functions Of Cell Membrane</a:t>
            </a:r>
            <a:endParaRPr/>
          </a:p>
        </p:txBody>
      </p:sp>
      <p:sp>
        <p:nvSpPr>
          <p:cNvPr id="143" name="Google Shape;143;p8"/>
          <p:cNvSpPr txBox="1"/>
          <p:nvPr>
            <p:ph idx="1" type="body"/>
          </p:nvPr>
        </p:nvSpPr>
        <p:spPr>
          <a:xfrm>
            <a:off x="184785" y="1138555"/>
            <a:ext cx="8959215" cy="5719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/>
              <a:t>Protective function:</a:t>
            </a:r>
            <a:r>
              <a:rPr lang="en-US" sz="2400"/>
              <a:t> </a:t>
            </a:r>
            <a:r>
              <a:rPr lang="en-US" sz="2000"/>
              <a:t>Cell membrane protects the cytoplasm and the organelles present in the cytoplasm.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 </a:t>
            </a:r>
            <a:r>
              <a:rPr b="1" lang="en-US" sz="2400"/>
              <a:t>Selective permeability:</a:t>
            </a:r>
            <a:r>
              <a:rPr lang="en-US" sz="2400"/>
              <a:t> </a:t>
            </a:r>
            <a:r>
              <a:rPr lang="en-US" sz="2000"/>
              <a:t>Cell membrane acts as a semi permeable membrane, which allows only some substances to pass through it and acts as a barrier for other substances.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 </a:t>
            </a:r>
            <a:r>
              <a:rPr b="1" lang="en-US" sz="2400"/>
              <a:t>Absorptive function: </a:t>
            </a:r>
            <a:r>
              <a:rPr lang="en-US" sz="2000"/>
              <a:t>Nutrients are absorbed into the </a:t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/>
              <a:t>     cell through the cell membrane.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 </a:t>
            </a:r>
            <a:r>
              <a:rPr b="1" lang="en-US" sz="2400"/>
              <a:t>Excretory function:</a:t>
            </a:r>
            <a:r>
              <a:rPr lang="en-US" sz="2400"/>
              <a:t> </a:t>
            </a:r>
            <a:r>
              <a:rPr lang="en-US" sz="2000"/>
              <a:t>Metabolites and other waste products from the cell are excreted out through the cell membrane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/>
              <a:t>Exchange of gases:</a:t>
            </a:r>
            <a:r>
              <a:rPr lang="en-US" sz="2400"/>
              <a:t> </a:t>
            </a:r>
            <a:r>
              <a:rPr lang="en-US" sz="2000"/>
              <a:t>Oxygen enters the cell from the blood and carbon dioxide leaves the cell and enters the blood through the cell membrane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 </a:t>
            </a:r>
            <a:r>
              <a:rPr b="1" lang="en-US" sz="2400"/>
              <a:t>Maintenance of shape and size of the cell:</a:t>
            </a:r>
            <a:r>
              <a:rPr lang="en-US" sz="2400"/>
              <a:t> </a:t>
            </a:r>
            <a:r>
              <a:rPr lang="en-US" sz="2000"/>
              <a:t>Cell membrane is responsible for the maintenance of shape &amp; size of the cell.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cell membrane 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The approximate composition is: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Proteins, 55 %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Phospholipids, 25 %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Cholesterol, 13 %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other lipids, 4 % and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Carbohydrates, 3 %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ell memb" id="154" name="Google Shape;154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88" y="219075"/>
            <a:ext cx="8893175" cy="64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1220" y="218365"/>
            <a:ext cx="1622975" cy="140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06_05" id="162" name="Google Shape;162;p11"/>
          <p:cNvPicPr preferRelativeResize="0"/>
          <p:nvPr/>
        </p:nvPicPr>
        <p:blipFill rotWithShape="1">
          <a:blip r:embed="rId3">
            <a:alphaModFix/>
          </a:blip>
          <a:srcRect b="13498" l="0" r="0" t="14998"/>
          <a:stretch/>
        </p:blipFill>
        <p:spPr>
          <a:xfrm>
            <a:off x="387350" y="1658938"/>
            <a:ext cx="8410575" cy="450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1"/>
          <p:cNvSpPr/>
          <p:nvPr/>
        </p:nvSpPr>
        <p:spPr>
          <a:xfrm>
            <a:off x="3206750" y="1787525"/>
            <a:ext cx="2344738" cy="2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Extracellular fluid</a:t>
            </a:r>
            <a:endParaRPr b="1" i="0" sz="2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3455988" y="4943475"/>
            <a:ext cx="1397000" cy="258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Cholesterol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3810000" y="6096000"/>
            <a:ext cx="1428750" cy="284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Cytoplasm</a:t>
            </a:r>
            <a:endParaRPr b="1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11"/>
          <p:cNvGrpSpPr/>
          <p:nvPr/>
        </p:nvGrpSpPr>
        <p:grpSpPr>
          <a:xfrm>
            <a:off x="5886450" y="2549525"/>
            <a:ext cx="1227138" cy="858838"/>
            <a:chOff x="3708" y="1606"/>
            <a:chExt cx="773" cy="541"/>
          </a:xfrm>
        </p:grpSpPr>
        <p:sp>
          <p:nvSpPr>
            <p:cNvPr id="167" name="Google Shape;167;p11"/>
            <p:cNvSpPr/>
            <p:nvPr/>
          </p:nvSpPr>
          <p:spPr>
            <a:xfrm>
              <a:off x="3708" y="1606"/>
              <a:ext cx="773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Glycolipid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" name="Google Shape;168;p11"/>
            <p:cNvCxnSpPr/>
            <p:nvPr/>
          </p:nvCxnSpPr>
          <p:spPr>
            <a:xfrm rot="10800000">
              <a:off x="3982" y="1766"/>
              <a:ext cx="259" cy="381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9" name="Google Shape;169;p11"/>
          <p:cNvGrpSpPr/>
          <p:nvPr/>
        </p:nvGrpSpPr>
        <p:grpSpPr>
          <a:xfrm>
            <a:off x="5868988" y="3914775"/>
            <a:ext cx="1976437" cy="1870075"/>
            <a:chOff x="3697" y="2466"/>
            <a:chExt cx="1245" cy="1178"/>
          </a:xfrm>
        </p:grpSpPr>
        <p:sp>
          <p:nvSpPr>
            <p:cNvPr id="170" name="Google Shape;170;p11"/>
            <p:cNvSpPr/>
            <p:nvPr/>
          </p:nvSpPr>
          <p:spPr>
            <a:xfrm>
              <a:off x="3697" y="3280"/>
              <a:ext cx="1245" cy="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Transmembrane</a:t>
              </a:r>
              <a:endPara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proteins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3811" y="2466"/>
              <a:ext cx="936" cy="835"/>
              <a:chOff x="3861" y="2002"/>
              <a:chExt cx="936" cy="774"/>
            </a:xfrm>
          </p:grpSpPr>
          <p:cxnSp>
            <p:nvCxnSpPr>
              <p:cNvPr id="172" name="Google Shape;172;p11"/>
              <p:cNvCxnSpPr/>
              <p:nvPr/>
            </p:nvCxnSpPr>
            <p:spPr>
              <a:xfrm>
                <a:off x="3861" y="2108"/>
                <a:ext cx="512" cy="668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11"/>
              <p:cNvCxnSpPr/>
              <p:nvPr/>
            </p:nvCxnSpPr>
            <p:spPr>
              <a:xfrm flipH="1">
                <a:off x="4373" y="2002"/>
                <a:ext cx="424" cy="77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4" name="Google Shape;174;p11"/>
          <p:cNvCxnSpPr/>
          <p:nvPr/>
        </p:nvCxnSpPr>
        <p:spPr>
          <a:xfrm flipH="1" rot="10800000">
            <a:off x="4114800" y="4635500"/>
            <a:ext cx="168275" cy="3492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5" name="Google Shape;175;p11"/>
          <p:cNvGrpSpPr/>
          <p:nvPr/>
        </p:nvGrpSpPr>
        <p:grpSpPr>
          <a:xfrm>
            <a:off x="6245225" y="4662488"/>
            <a:ext cx="2036763" cy="1874837"/>
            <a:chOff x="3934" y="2937"/>
            <a:chExt cx="1283" cy="1181"/>
          </a:xfrm>
        </p:grpSpPr>
        <p:sp>
          <p:nvSpPr>
            <p:cNvPr id="176" name="Google Shape;176;p11"/>
            <p:cNvSpPr/>
            <p:nvPr/>
          </p:nvSpPr>
          <p:spPr>
            <a:xfrm>
              <a:off x="3934" y="3792"/>
              <a:ext cx="978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Filaments of</a:t>
              </a:r>
              <a:b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cytoskeleton</a:t>
              </a:r>
              <a:endPara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4944" y="2937"/>
              <a:ext cx="273" cy="951"/>
            </a:xfrm>
            <a:custGeom>
              <a:rect b="b" l="l" r="r" t="t"/>
              <a:pathLst>
                <a:path extrusionOk="0" h="480" w="302">
                  <a:moveTo>
                    <a:pt x="0" y="472"/>
                  </a:moveTo>
                  <a:lnTo>
                    <a:pt x="302" y="480"/>
                  </a:lnTo>
                  <a:lnTo>
                    <a:pt x="285" y="0"/>
                  </a:lnTo>
                </a:path>
              </a:pathLst>
            </a:cu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11"/>
          <p:cNvGrpSpPr/>
          <p:nvPr/>
        </p:nvGrpSpPr>
        <p:grpSpPr>
          <a:xfrm>
            <a:off x="1250950" y="5541963"/>
            <a:ext cx="1398588" cy="573087"/>
            <a:chOff x="788" y="3491"/>
            <a:chExt cx="881" cy="361"/>
          </a:xfrm>
        </p:grpSpPr>
        <p:sp>
          <p:nvSpPr>
            <p:cNvPr id="179" name="Google Shape;179;p11"/>
            <p:cNvSpPr/>
            <p:nvPr/>
          </p:nvSpPr>
          <p:spPr>
            <a:xfrm>
              <a:off x="788" y="3526"/>
              <a:ext cx="783" cy="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Peripheral</a:t>
              </a:r>
              <a:endParaRPr b="1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protein</a:t>
              </a:r>
              <a:endParaRPr b="1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" name="Google Shape;180;p11"/>
            <p:cNvCxnSpPr/>
            <p:nvPr/>
          </p:nvCxnSpPr>
          <p:spPr>
            <a:xfrm flipH="1" rot="10800000">
              <a:off x="1579" y="3491"/>
              <a:ext cx="90" cy="11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1" name="Google Shape;181;p11"/>
          <p:cNvGrpSpPr/>
          <p:nvPr/>
        </p:nvGrpSpPr>
        <p:grpSpPr>
          <a:xfrm>
            <a:off x="381000" y="1822450"/>
            <a:ext cx="1566863" cy="1741488"/>
            <a:chOff x="240" y="1148"/>
            <a:chExt cx="987" cy="1097"/>
          </a:xfrm>
        </p:grpSpPr>
        <p:sp>
          <p:nvSpPr>
            <p:cNvPr id="182" name="Google Shape;182;p11"/>
            <p:cNvSpPr/>
            <p:nvPr/>
          </p:nvSpPr>
          <p:spPr>
            <a:xfrm>
              <a:off x="240" y="1148"/>
              <a:ext cx="987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Glycoprotein</a:t>
              </a:r>
              <a:endParaRPr b="1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3" name="Google Shape;183;p11"/>
            <p:cNvCxnSpPr/>
            <p:nvPr/>
          </p:nvCxnSpPr>
          <p:spPr>
            <a:xfrm>
              <a:off x="554" y="1311"/>
              <a:ext cx="274" cy="934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4" name="Google Shape;184;p11"/>
          <p:cNvCxnSpPr/>
          <p:nvPr/>
        </p:nvCxnSpPr>
        <p:spPr>
          <a:xfrm rot="10800000">
            <a:off x="6989763" y="1949450"/>
            <a:ext cx="219075" cy="2841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1"/>
          <p:cNvSpPr/>
          <p:nvPr/>
        </p:nvSpPr>
        <p:spPr>
          <a:xfrm>
            <a:off x="141288" y="4541838"/>
            <a:ext cx="1749425" cy="258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Phospholipids</a:t>
            </a:r>
            <a:endParaRPr b="1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533400" y="304800"/>
            <a:ext cx="8077200" cy="1116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Membrane is a collage of proteins &amp; other molecules embedded in the fluid matrix of the lipid bilayer</a:t>
            </a:r>
            <a:endParaRPr b="1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Fluid Mosaic Model</a:t>
            </a:r>
            <a:endParaRPr sz="4000"/>
          </a:p>
        </p:txBody>
      </p:sp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b="13559" l="45841" r="0" t="0"/>
          <a:stretch/>
        </p:blipFill>
        <p:spPr>
          <a:xfrm>
            <a:off x="5335905" y="2353945"/>
            <a:ext cx="3657600" cy="394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2"/>
          <p:cNvSpPr/>
          <p:nvPr>
            <p:ph idx="2" type="clipArt"/>
          </p:nvPr>
        </p:nvSpPr>
        <p:spPr>
          <a:xfrm>
            <a:off x="5244465" y="1196340"/>
            <a:ext cx="3749040" cy="4526280"/>
          </a:xfrm>
          <a:prstGeom prst="rect">
            <a:avLst/>
          </a:prstGeom>
          <a:noFill/>
          <a:ln>
            <a:noFill/>
          </a:ln>
        </p:spPr>
      </p:sp>
      <p:sp>
        <p:nvSpPr>
          <p:cNvPr descr="Rectangle: Click to edit Master text styles&#10;Second level&#10;Third level&#10;Fourth level&#10;Fifth level" id="195" name="Google Shape;195;p12"/>
          <p:cNvSpPr txBox="1"/>
          <p:nvPr>
            <p:ph idx="1" type="body"/>
          </p:nvPr>
        </p:nvSpPr>
        <p:spPr>
          <a:xfrm>
            <a:off x="457200" y="1196340"/>
            <a:ext cx="4671060" cy="4930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Membrane is a mosaic of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/>
              <a:t>Phospholipids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/>
              <a:t>Glycolipids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/>
              <a:t>Sterols</a:t>
            </a:r>
            <a:endParaRPr sz="1800"/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/>
              <a:t>Proteins</a:t>
            </a:r>
            <a:endParaRPr sz="18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In 1972, S.J. Singer &amp; GL. Nicolson proposed ‘The Fluid Mosaic Model’ According to them, the membrane is a fluid with mosaic of proteins. This model is accepted by the scientists till now.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In this model, the proteins are found to float in the lipid layer instead of 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/>
              <a:t>  forming the layers of the sandwich-type model.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/>
          <p:nvPr>
            <p:ph idx="4294967295" type="body"/>
          </p:nvPr>
        </p:nvSpPr>
        <p:spPr>
          <a:xfrm>
            <a:off x="381000" y="1676400"/>
            <a:ext cx="4191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Main component of cell membranes</a:t>
            </a:r>
            <a:endParaRPr sz="2800"/>
          </a:p>
          <a:p>
            <a:pPr indent="-342900" lvl="0" marL="34290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Gives the membrane its fluid properties</a:t>
            </a:r>
            <a:endParaRPr sz="2800"/>
          </a:p>
          <a:p>
            <a:pPr indent="-342900" lvl="0" marL="34290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Two layers of phospholipids</a:t>
            </a:r>
            <a:endParaRPr sz="2800"/>
          </a:p>
        </p:txBody>
      </p:sp>
      <p:sp>
        <p:nvSpPr>
          <p:cNvPr id="202" name="Google Shape;202;p1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Lipid Bilayer</a:t>
            </a:r>
            <a:endParaRPr b="1" sz="4000"/>
          </a:p>
        </p:txBody>
      </p:sp>
      <p:pic>
        <p:nvPicPr>
          <p:cNvPr descr="right"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0" y="1524000"/>
            <a:ext cx="25146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Phospholipids</a:t>
            </a:r>
            <a:endParaRPr b="1" sz="4000"/>
          </a:p>
        </p:txBody>
      </p:sp>
      <p:pic>
        <p:nvPicPr>
          <p:cNvPr descr="06_02b" id="210" name="Google Shape;2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8555" y="2188210"/>
            <a:ext cx="4195445" cy="441134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4"/>
          <p:cNvSpPr/>
          <p:nvPr/>
        </p:nvSpPr>
        <p:spPr>
          <a:xfrm>
            <a:off x="6400800" y="3429000"/>
            <a:ext cx="14827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Fatty acid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324600" y="1417955"/>
            <a:ext cx="1622425" cy="41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Phosphate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4"/>
          <p:cNvPicPr preferRelativeResize="0"/>
          <p:nvPr/>
        </p:nvPicPr>
        <p:blipFill rotWithShape="1">
          <a:blip r:embed="rId4">
            <a:alphaModFix/>
          </a:blip>
          <a:srcRect b="7201" l="29604" r="1057" t="49199"/>
          <a:stretch/>
        </p:blipFill>
        <p:spPr>
          <a:xfrm>
            <a:off x="228600" y="4343400"/>
            <a:ext cx="4235450" cy="2344738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ctangle: Click to edit Master text styles&#10;Second level&#10;Third level&#10;Fourth level&#10;Fifth level" id="214" name="Google Shape;214;p14"/>
          <p:cNvSpPr txBox="1"/>
          <p:nvPr>
            <p:ph idx="4294967295" type="body"/>
          </p:nvPr>
        </p:nvSpPr>
        <p:spPr>
          <a:xfrm>
            <a:off x="0" y="1447800"/>
            <a:ext cx="4805363" cy="2830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 u="sng"/>
              <a:t>Fatty acid</a:t>
            </a:r>
            <a:r>
              <a:rPr lang="en-US" sz="2800"/>
              <a:t> tails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–"/>
            </a:pPr>
            <a:r>
              <a:rPr lang="en-US" sz="2800" u="sng">
                <a:solidFill>
                  <a:srgbClr val="CC0000"/>
                </a:solidFill>
              </a:rPr>
              <a:t>hydrophobic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 u="sng"/>
              <a:t>Phosphate</a:t>
            </a:r>
            <a:r>
              <a:rPr lang="en-US" sz="2800"/>
              <a:t> group head 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Arial"/>
              <a:buChar char="–"/>
            </a:pPr>
            <a:r>
              <a:rPr lang="en-US" sz="2800" u="sng">
                <a:solidFill>
                  <a:srgbClr val="CC0000"/>
                </a:solidFill>
              </a:rPr>
              <a:t>hydrophilic</a:t>
            </a:r>
            <a:endParaRPr sz="2800" u="sng">
              <a:solidFill>
                <a:srgbClr val="CC0000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Arranged as a </a:t>
            </a:r>
            <a:r>
              <a:rPr lang="en-US" sz="2800" u="sng">
                <a:solidFill>
                  <a:srgbClr val="CC0000"/>
                </a:solidFill>
              </a:rPr>
              <a:t>bilayer</a:t>
            </a:r>
            <a:endParaRPr sz="2800" u="sng">
              <a:solidFill>
                <a:srgbClr val="CC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Phospholipid bilayer</a:t>
            </a:r>
            <a:endParaRPr/>
          </a:p>
        </p:txBody>
      </p:sp>
      <p:pic>
        <p:nvPicPr>
          <p:cNvPr descr="06_03" id="220" name="Google Shape;2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443163"/>
            <a:ext cx="8410575" cy="441483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5"/>
          <p:cNvSpPr/>
          <p:nvPr/>
        </p:nvSpPr>
        <p:spPr>
          <a:xfrm>
            <a:off x="228600" y="3124200"/>
            <a:ext cx="1260475" cy="811213"/>
          </a:xfrm>
          <a:prstGeom prst="rect">
            <a:avLst/>
          </a:prstGeom>
          <a:solidFill>
            <a:srgbClr val="FFCC1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polar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hydrophilic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228600" y="4343400"/>
            <a:ext cx="1590675" cy="811213"/>
          </a:xfrm>
          <a:prstGeom prst="rect">
            <a:avLst/>
          </a:prstGeom>
          <a:solidFill>
            <a:srgbClr val="FFCC1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nonpolar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hydrophobic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228600" y="5638800"/>
            <a:ext cx="1489075" cy="811213"/>
          </a:xfrm>
          <a:prstGeom prst="rect">
            <a:avLst/>
          </a:prstGeom>
          <a:solidFill>
            <a:srgbClr val="FFCC1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polar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hydrophilic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" name="Google Shape;228;p16"/>
          <p:cNvGrpSpPr/>
          <p:nvPr/>
        </p:nvGrpSpPr>
        <p:grpSpPr>
          <a:xfrm>
            <a:off x="5605463" y="4137025"/>
            <a:ext cx="3251200" cy="654050"/>
            <a:chOff x="3697" y="2949"/>
            <a:chExt cx="2048" cy="412"/>
          </a:xfrm>
        </p:grpSpPr>
        <p:grpSp>
          <p:nvGrpSpPr>
            <p:cNvPr id="229" name="Google Shape;229;p16"/>
            <p:cNvGrpSpPr/>
            <p:nvPr/>
          </p:nvGrpSpPr>
          <p:grpSpPr>
            <a:xfrm>
              <a:off x="4457" y="2949"/>
              <a:ext cx="140" cy="352"/>
              <a:chOff x="1774" y="2518"/>
              <a:chExt cx="140" cy="352"/>
            </a:xfrm>
          </p:grpSpPr>
          <p:sp>
            <p:nvSpPr>
              <p:cNvPr id="230" name="Google Shape;23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3" name="Google Shape;233;p16"/>
            <p:cNvGrpSpPr/>
            <p:nvPr/>
          </p:nvGrpSpPr>
          <p:grpSpPr>
            <a:xfrm>
              <a:off x="4597" y="2957"/>
              <a:ext cx="140" cy="352"/>
              <a:chOff x="1774" y="2518"/>
              <a:chExt cx="140" cy="352"/>
            </a:xfrm>
          </p:grpSpPr>
          <p:sp>
            <p:nvSpPr>
              <p:cNvPr id="234" name="Google Shape;23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16"/>
            <p:cNvGrpSpPr/>
            <p:nvPr/>
          </p:nvGrpSpPr>
          <p:grpSpPr>
            <a:xfrm>
              <a:off x="4737" y="2969"/>
              <a:ext cx="140" cy="352"/>
              <a:chOff x="1774" y="2518"/>
              <a:chExt cx="140" cy="352"/>
            </a:xfrm>
          </p:grpSpPr>
          <p:sp>
            <p:nvSpPr>
              <p:cNvPr id="238" name="Google Shape;23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1" name="Google Shape;241;p16"/>
            <p:cNvGrpSpPr/>
            <p:nvPr/>
          </p:nvGrpSpPr>
          <p:grpSpPr>
            <a:xfrm>
              <a:off x="4881" y="2985"/>
              <a:ext cx="140" cy="352"/>
              <a:chOff x="1774" y="2518"/>
              <a:chExt cx="140" cy="352"/>
            </a:xfrm>
          </p:grpSpPr>
          <p:sp>
            <p:nvSpPr>
              <p:cNvPr id="242" name="Google Shape;24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" name="Google Shape;245;p16"/>
            <p:cNvGrpSpPr/>
            <p:nvPr/>
          </p:nvGrpSpPr>
          <p:grpSpPr>
            <a:xfrm>
              <a:off x="5021" y="2981"/>
              <a:ext cx="140" cy="352"/>
              <a:chOff x="1774" y="2518"/>
              <a:chExt cx="140" cy="352"/>
            </a:xfrm>
          </p:grpSpPr>
          <p:sp>
            <p:nvSpPr>
              <p:cNvPr id="246" name="Google Shape;24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16"/>
            <p:cNvGrpSpPr/>
            <p:nvPr/>
          </p:nvGrpSpPr>
          <p:grpSpPr>
            <a:xfrm>
              <a:off x="5173" y="2977"/>
              <a:ext cx="140" cy="352"/>
              <a:chOff x="1774" y="2518"/>
              <a:chExt cx="140" cy="352"/>
            </a:xfrm>
          </p:grpSpPr>
          <p:sp>
            <p:nvSpPr>
              <p:cNvPr id="250" name="Google Shape;25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3" name="Google Shape;253;p16"/>
            <p:cNvGrpSpPr/>
            <p:nvPr/>
          </p:nvGrpSpPr>
          <p:grpSpPr>
            <a:xfrm>
              <a:off x="4309" y="2961"/>
              <a:ext cx="140" cy="352"/>
              <a:chOff x="1774" y="2518"/>
              <a:chExt cx="140" cy="352"/>
            </a:xfrm>
          </p:grpSpPr>
          <p:sp>
            <p:nvSpPr>
              <p:cNvPr id="254" name="Google Shape;25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7" name="Google Shape;257;p16"/>
            <p:cNvGrpSpPr/>
            <p:nvPr/>
          </p:nvGrpSpPr>
          <p:grpSpPr>
            <a:xfrm>
              <a:off x="4157" y="2973"/>
              <a:ext cx="140" cy="352"/>
              <a:chOff x="1774" y="2518"/>
              <a:chExt cx="140" cy="352"/>
            </a:xfrm>
          </p:grpSpPr>
          <p:sp>
            <p:nvSpPr>
              <p:cNvPr id="258" name="Google Shape;25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16"/>
            <p:cNvGrpSpPr/>
            <p:nvPr/>
          </p:nvGrpSpPr>
          <p:grpSpPr>
            <a:xfrm>
              <a:off x="5313" y="2997"/>
              <a:ext cx="140" cy="352"/>
              <a:chOff x="1774" y="2518"/>
              <a:chExt cx="140" cy="352"/>
            </a:xfrm>
          </p:grpSpPr>
          <p:sp>
            <p:nvSpPr>
              <p:cNvPr id="262" name="Google Shape;26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6"/>
            <p:cNvGrpSpPr/>
            <p:nvPr/>
          </p:nvGrpSpPr>
          <p:grpSpPr>
            <a:xfrm>
              <a:off x="5461" y="2997"/>
              <a:ext cx="140" cy="352"/>
              <a:chOff x="1774" y="2518"/>
              <a:chExt cx="140" cy="352"/>
            </a:xfrm>
          </p:grpSpPr>
          <p:sp>
            <p:nvSpPr>
              <p:cNvPr id="266" name="Google Shape;26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16"/>
            <p:cNvGrpSpPr/>
            <p:nvPr/>
          </p:nvGrpSpPr>
          <p:grpSpPr>
            <a:xfrm>
              <a:off x="4009" y="2973"/>
              <a:ext cx="140" cy="352"/>
              <a:chOff x="1774" y="2518"/>
              <a:chExt cx="140" cy="352"/>
            </a:xfrm>
          </p:grpSpPr>
          <p:sp>
            <p:nvSpPr>
              <p:cNvPr id="270" name="Google Shape;27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3" name="Google Shape;273;p16"/>
            <p:cNvGrpSpPr/>
            <p:nvPr/>
          </p:nvGrpSpPr>
          <p:grpSpPr>
            <a:xfrm>
              <a:off x="3697" y="2969"/>
              <a:ext cx="140" cy="352"/>
              <a:chOff x="1774" y="2518"/>
              <a:chExt cx="140" cy="352"/>
            </a:xfrm>
          </p:grpSpPr>
          <p:sp>
            <p:nvSpPr>
              <p:cNvPr id="274" name="Google Shape;27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7" name="Google Shape;277;p16"/>
            <p:cNvGrpSpPr/>
            <p:nvPr/>
          </p:nvGrpSpPr>
          <p:grpSpPr>
            <a:xfrm>
              <a:off x="5605" y="3009"/>
              <a:ext cx="140" cy="352"/>
              <a:chOff x="1774" y="2518"/>
              <a:chExt cx="140" cy="352"/>
            </a:xfrm>
          </p:grpSpPr>
          <p:sp>
            <p:nvSpPr>
              <p:cNvPr id="278" name="Google Shape;27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16"/>
            <p:cNvGrpSpPr/>
            <p:nvPr/>
          </p:nvGrpSpPr>
          <p:grpSpPr>
            <a:xfrm>
              <a:off x="3849" y="2969"/>
              <a:ext cx="140" cy="352"/>
              <a:chOff x="1774" y="2518"/>
              <a:chExt cx="140" cy="352"/>
            </a:xfrm>
          </p:grpSpPr>
          <p:sp>
            <p:nvSpPr>
              <p:cNvPr id="282" name="Google Shape;28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5" name="Google Shape;285;p16"/>
          <p:cNvGrpSpPr/>
          <p:nvPr/>
        </p:nvGrpSpPr>
        <p:grpSpPr>
          <a:xfrm>
            <a:off x="5735638" y="4275138"/>
            <a:ext cx="3251200" cy="654050"/>
            <a:chOff x="3697" y="2949"/>
            <a:chExt cx="2048" cy="412"/>
          </a:xfrm>
        </p:grpSpPr>
        <p:grpSp>
          <p:nvGrpSpPr>
            <p:cNvPr id="286" name="Google Shape;286;p16"/>
            <p:cNvGrpSpPr/>
            <p:nvPr/>
          </p:nvGrpSpPr>
          <p:grpSpPr>
            <a:xfrm>
              <a:off x="4457" y="2949"/>
              <a:ext cx="140" cy="352"/>
              <a:chOff x="1774" y="2518"/>
              <a:chExt cx="140" cy="352"/>
            </a:xfrm>
          </p:grpSpPr>
          <p:sp>
            <p:nvSpPr>
              <p:cNvPr id="287" name="Google Shape;28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16"/>
            <p:cNvGrpSpPr/>
            <p:nvPr/>
          </p:nvGrpSpPr>
          <p:grpSpPr>
            <a:xfrm>
              <a:off x="4597" y="2957"/>
              <a:ext cx="140" cy="352"/>
              <a:chOff x="1774" y="2518"/>
              <a:chExt cx="140" cy="352"/>
            </a:xfrm>
          </p:grpSpPr>
          <p:sp>
            <p:nvSpPr>
              <p:cNvPr id="291" name="Google Shape;29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4" name="Google Shape;294;p16"/>
            <p:cNvGrpSpPr/>
            <p:nvPr/>
          </p:nvGrpSpPr>
          <p:grpSpPr>
            <a:xfrm>
              <a:off x="4737" y="2969"/>
              <a:ext cx="140" cy="352"/>
              <a:chOff x="1774" y="2518"/>
              <a:chExt cx="140" cy="352"/>
            </a:xfrm>
          </p:grpSpPr>
          <p:sp>
            <p:nvSpPr>
              <p:cNvPr id="295" name="Google Shape;29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8" name="Google Shape;298;p16"/>
            <p:cNvGrpSpPr/>
            <p:nvPr/>
          </p:nvGrpSpPr>
          <p:grpSpPr>
            <a:xfrm>
              <a:off x="4881" y="2985"/>
              <a:ext cx="140" cy="352"/>
              <a:chOff x="1774" y="2518"/>
              <a:chExt cx="140" cy="352"/>
            </a:xfrm>
          </p:grpSpPr>
          <p:sp>
            <p:nvSpPr>
              <p:cNvPr id="299" name="Google Shape;29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2" name="Google Shape;302;p16"/>
            <p:cNvGrpSpPr/>
            <p:nvPr/>
          </p:nvGrpSpPr>
          <p:grpSpPr>
            <a:xfrm>
              <a:off x="5021" y="2981"/>
              <a:ext cx="140" cy="352"/>
              <a:chOff x="1774" y="2518"/>
              <a:chExt cx="140" cy="352"/>
            </a:xfrm>
          </p:grpSpPr>
          <p:sp>
            <p:nvSpPr>
              <p:cNvPr id="303" name="Google Shape;30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6" name="Google Shape;306;p16"/>
            <p:cNvGrpSpPr/>
            <p:nvPr/>
          </p:nvGrpSpPr>
          <p:grpSpPr>
            <a:xfrm>
              <a:off x="5173" y="2977"/>
              <a:ext cx="140" cy="352"/>
              <a:chOff x="1774" y="2518"/>
              <a:chExt cx="140" cy="352"/>
            </a:xfrm>
          </p:grpSpPr>
          <p:sp>
            <p:nvSpPr>
              <p:cNvPr id="307" name="Google Shape;30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0" name="Google Shape;310;p16"/>
            <p:cNvGrpSpPr/>
            <p:nvPr/>
          </p:nvGrpSpPr>
          <p:grpSpPr>
            <a:xfrm>
              <a:off x="4309" y="2961"/>
              <a:ext cx="140" cy="352"/>
              <a:chOff x="1774" y="2518"/>
              <a:chExt cx="140" cy="352"/>
            </a:xfrm>
          </p:grpSpPr>
          <p:sp>
            <p:nvSpPr>
              <p:cNvPr id="311" name="Google Shape;31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16"/>
            <p:cNvGrpSpPr/>
            <p:nvPr/>
          </p:nvGrpSpPr>
          <p:grpSpPr>
            <a:xfrm>
              <a:off x="4157" y="2973"/>
              <a:ext cx="140" cy="352"/>
              <a:chOff x="1774" y="2518"/>
              <a:chExt cx="140" cy="352"/>
            </a:xfrm>
          </p:grpSpPr>
          <p:sp>
            <p:nvSpPr>
              <p:cNvPr id="315" name="Google Shape;31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16"/>
            <p:cNvGrpSpPr/>
            <p:nvPr/>
          </p:nvGrpSpPr>
          <p:grpSpPr>
            <a:xfrm>
              <a:off x="5313" y="2997"/>
              <a:ext cx="140" cy="352"/>
              <a:chOff x="1774" y="2518"/>
              <a:chExt cx="140" cy="352"/>
            </a:xfrm>
          </p:grpSpPr>
          <p:sp>
            <p:nvSpPr>
              <p:cNvPr id="319" name="Google Shape;31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16"/>
            <p:cNvGrpSpPr/>
            <p:nvPr/>
          </p:nvGrpSpPr>
          <p:grpSpPr>
            <a:xfrm>
              <a:off x="5461" y="2997"/>
              <a:ext cx="140" cy="352"/>
              <a:chOff x="1774" y="2518"/>
              <a:chExt cx="140" cy="352"/>
            </a:xfrm>
          </p:grpSpPr>
          <p:sp>
            <p:nvSpPr>
              <p:cNvPr id="323" name="Google Shape;32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6" name="Google Shape;326;p16"/>
            <p:cNvGrpSpPr/>
            <p:nvPr/>
          </p:nvGrpSpPr>
          <p:grpSpPr>
            <a:xfrm>
              <a:off x="4009" y="2973"/>
              <a:ext cx="140" cy="352"/>
              <a:chOff x="1774" y="2518"/>
              <a:chExt cx="140" cy="352"/>
            </a:xfrm>
          </p:grpSpPr>
          <p:sp>
            <p:nvSpPr>
              <p:cNvPr id="327" name="Google Shape;32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>
              <a:off x="3697" y="2969"/>
              <a:ext cx="140" cy="352"/>
              <a:chOff x="1774" y="2518"/>
              <a:chExt cx="140" cy="352"/>
            </a:xfrm>
          </p:grpSpPr>
          <p:sp>
            <p:nvSpPr>
              <p:cNvPr id="331" name="Google Shape;33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16"/>
            <p:cNvGrpSpPr/>
            <p:nvPr/>
          </p:nvGrpSpPr>
          <p:grpSpPr>
            <a:xfrm>
              <a:off x="5605" y="3009"/>
              <a:ext cx="140" cy="352"/>
              <a:chOff x="1774" y="2518"/>
              <a:chExt cx="140" cy="352"/>
            </a:xfrm>
          </p:grpSpPr>
          <p:sp>
            <p:nvSpPr>
              <p:cNvPr id="335" name="Google Shape;33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8" name="Google Shape;338;p16"/>
            <p:cNvGrpSpPr/>
            <p:nvPr/>
          </p:nvGrpSpPr>
          <p:grpSpPr>
            <a:xfrm>
              <a:off x="3849" y="2969"/>
              <a:ext cx="140" cy="352"/>
              <a:chOff x="1774" y="2518"/>
              <a:chExt cx="140" cy="352"/>
            </a:xfrm>
          </p:grpSpPr>
          <p:sp>
            <p:nvSpPr>
              <p:cNvPr id="339" name="Google Shape;33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42" name="Google Shape;342;p16"/>
          <p:cNvGrpSpPr/>
          <p:nvPr/>
        </p:nvGrpSpPr>
        <p:grpSpPr>
          <a:xfrm>
            <a:off x="5622925" y="4379913"/>
            <a:ext cx="3251200" cy="654050"/>
            <a:chOff x="3697" y="2949"/>
            <a:chExt cx="2048" cy="412"/>
          </a:xfrm>
        </p:grpSpPr>
        <p:grpSp>
          <p:nvGrpSpPr>
            <p:cNvPr id="343" name="Google Shape;343;p16"/>
            <p:cNvGrpSpPr/>
            <p:nvPr/>
          </p:nvGrpSpPr>
          <p:grpSpPr>
            <a:xfrm>
              <a:off x="4457" y="2949"/>
              <a:ext cx="140" cy="352"/>
              <a:chOff x="1774" y="2518"/>
              <a:chExt cx="140" cy="352"/>
            </a:xfrm>
          </p:grpSpPr>
          <p:sp>
            <p:nvSpPr>
              <p:cNvPr id="344" name="Google Shape;34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16"/>
            <p:cNvGrpSpPr/>
            <p:nvPr/>
          </p:nvGrpSpPr>
          <p:grpSpPr>
            <a:xfrm>
              <a:off x="4597" y="2957"/>
              <a:ext cx="140" cy="352"/>
              <a:chOff x="1774" y="2518"/>
              <a:chExt cx="140" cy="352"/>
            </a:xfrm>
          </p:grpSpPr>
          <p:sp>
            <p:nvSpPr>
              <p:cNvPr id="348" name="Google Shape;34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1" name="Google Shape;351;p16"/>
            <p:cNvGrpSpPr/>
            <p:nvPr/>
          </p:nvGrpSpPr>
          <p:grpSpPr>
            <a:xfrm>
              <a:off x="4737" y="2969"/>
              <a:ext cx="140" cy="352"/>
              <a:chOff x="1774" y="2518"/>
              <a:chExt cx="140" cy="352"/>
            </a:xfrm>
          </p:grpSpPr>
          <p:sp>
            <p:nvSpPr>
              <p:cNvPr id="352" name="Google Shape;35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16"/>
            <p:cNvGrpSpPr/>
            <p:nvPr/>
          </p:nvGrpSpPr>
          <p:grpSpPr>
            <a:xfrm>
              <a:off x="4881" y="2985"/>
              <a:ext cx="140" cy="352"/>
              <a:chOff x="1774" y="2518"/>
              <a:chExt cx="140" cy="352"/>
            </a:xfrm>
          </p:grpSpPr>
          <p:sp>
            <p:nvSpPr>
              <p:cNvPr id="356" name="Google Shape;35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16"/>
            <p:cNvGrpSpPr/>
            <p:nvPr/>
          </p:nvGrpSpPr>
          <p:grpSpPr>
            <a:xfrm>
              <a:off x="5021" y="2981"/>
              <a:ext cx="140" cy="352"/>
              <a:chOff x="1774" y="2518"/>
              <a:chExt cx="140" cy="352"/>
            </a:xfrm>
          </p:grpSpPr>
          <p:sp>
            <p:nvSpPr>
              <p:cNvPr id="360" name="Google Shape;36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3" name="Google Shape;363;p16"/>
            <p:cNvGrpSpPr/>
            <p:nvPr/>
          </p:nvGrpSpPr>
          <p:grpSpPr>
            <a:xfrm>
              <a:off x="5173" y="2977"/>
              <a:ext cx="140" cy="352"/>
              <a:chOff x="1774" y="2518"/>
              <a:chExt cx="140" cy="352"/>
            </a:xfrm>
          </p:grpSpPr>
          <p:sp>
            <p:nvSpPr>
              <p:cNvPr id="364" name="Google Shape;36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16"/>
            <p:cNvGrpSpPr/>
            <p:nvPr/>
          </p:nvGrpSpPr>
          <p:grpSpPr>
            <a:xfrm>
              <a:off x="4309" y="2961"/>
              <a:ext cx="140" cy="352"/>
              <a:chOff x="1774" y="2518"/>
              <a:chExt cx="140" cy="352"/>
            </a:xfrm>
          </p:grpSpPr>
          <p:sp>
            <p:nvSpPr>
              <p:cNvPr id="368" name="Google Shape;36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1" name="Google Shape;371;p16"/>
            <p:cNvGrpSpPr/>
            <p:nvPr/>
          </p:nvGrpSpPr>
          <p:grpSpPr>
            <a:xfrm>
              <a:off x="4157" y="2973"/>
              <a:ext cx="140" cy="352"/>
              <a:chOff x="1774" y="2518"/>
              <a:chExt cx="140" cy="352"/>
            </a:xfrm>
          </p:grpSpPr>
          <p:sp>
            <p:nvSpPr>
              <p:cNvPr id="372" name="Google Shape;37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5313" y="2997"/>
              <a:ext cx="140" cy="352"/>
              <a:chOff x="1774" y="2518"/>
              <a:chExt cx="140" cy="352"/>
            </a:xfrm>
          </p:grpSpPr>
          <p:sp>
            <p:nvSpPr>
              <p:cNvPr id="376" name="Google Shape;37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9" name="Google Shape;379;p16"/>
            <p:cNvGrpSpPr/>
            <p:nvPr/>
          </p:nvGrpSpPr>
          <p:grpSpPr>
            <a:xfrm>
              <a:off x="5461" y="2997"/>
              <a:ext cx="140" cy="352"/>
              <a:chOff x="1774" y="2518"/>
              <a:chExt cx="140" cy="352"/>
            </a:xfrm>
          </p:grpSpPr>
          <p:sp>
            <p:nvSpPr>
              <p:cNvPr id="380" name="Google Shape;38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3" name="Google Shape;383;p16"/>
            <p:cNvGrpSpPr/>
            <p:nvPr/>
          </p:nvGrpSpPr>
          <p:grpSpPr>
            <a:xfrm>
              <a:off x="4009" y="2973"/>
              <a:ext cx="140" cy="352"/>
              <a:chOff x="1774" y="2518"/>
              <a:chExt cx="140" cy="352"/>
            </a:xfrm>
          </p:grpSpPr>
          <p:sp>
            <p:nvSpPr>
              <p:cNvPr id="384" name="Google Shape;38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7" name="Google Shape;387;p16"/>
            <p:cNvGrpSpPr/>
            <p:nvPr/>
          </p:nvGrpSpPr>
          <p:grpSpPr>
            <a:xfrm>
              <a:off x="3697" y="2969"/>
              <a:ext cx="140" cy="352"/>
              <a:chOff x="1774" y="2518"/>
              <a:chExt cx="140" cy="352"/>
            </a:xfrm>
          </p:grpSpPr>
          <p:sp>
            <p:nvSpPr>
              <p:cNvPr id="388" name="Google Shape;38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" name="Google Shape;391;p16"/>
            <p:cNvGrpSpPr/>
            <p:nvPr/>
          </p:nvGrpSpPr>
          <p:grpSpPr>
            <a:xfrm>
              <a:off x="5605" y="3009"/>
              <a:ext cx="140" cy="352"/>
              <a:chOff x="1774" y="2518"/>
              <a:chExt cx="140" cy="352"/>
            </a:xfrm>
          </p:grpSpPr>
          <p:sp>
            <p:nvSpPr>
              <p:cNvPr id="392" name="Google Shape;39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5" name="Google Shape;395;p16"/>
            <p:cNvGrpSpPr/>
            <p:nvPr/>
          </p:nvGrpSpPr>
          <p:grpSpPr>
            <a:xfrm>
              <a:off x="3849" y="2969"/>
              <a:ext cx="140" cy="352"/>
              <a:chOff x="1774" y="2518"/>
              <a:chExt cx="140" cy="352"/>
            </a:xfrm>
          </p:grpSpPr>
          <p:sp>
            <p:nvSpPr>
              <p:cNvPr id="396" name="Google Shape;39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99" name="Google Shape;399;p16"/>
          <p:cNvGrpSpPr/>
          <p:nvPr/>
        </p:nvGrpSpPr>
        <p:grpSpPr>
          <a:xfrm>
            <a:off x="5588154" y="4702104"/>
            <a:ext cx="3285818" cy="666892"/>
            <a:chOff x="3688" y="3305"/>
            <a:chExt cx="2070" cy="420"/>
          </a:xfrm>
        </p:grpSpPr>
        <p:grpSp>
          <p:nvGrpSpPr>
            <p:cNvPr id="400" name="Google Shape;400;p16"/>
            <p:cNvGrpSpPr/>
            <p:nvPr/>
          </p:nvGrpSpPr>
          <p:grpSpPr>
            <a:xfrm rot="10584197">
              <a:off x="4459" y="3309"/>
              <a:ext cx="140" cy="352"/>
              <a:chOff x="1774" y="2518"/>
              <a:chExt cx="140" cy="352"/>
            </a:xfrm>
          </p:grpSpPr>
          <p:sp>
            <p:nvSpPr>
              <p:cNvPr id="401" name="Google Shape;40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" name="Google Shape;404;p16"/>
            <p:cNvGrpSpPr/>
            <p:nvPr/>
          </p:nvGrpSpPr>
          <p:grpSpPr>
            <a:xfrm rot="10584197">
              <a:off x="4599" y="3317"/>
              <a:ext cx="140" cy="352"/>
              <a:chOff x="1774" y="2518"/>
              <a:chExt cx="140" cy="352"/>
            </a:xfrm>
          </p:grpSpPr>
          <p:sp>
            <p:nvSpPr>
              <p:cNvPr id="405" name="Google Shape;40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8" name="Google Shape;408;p16"/>
            <p:cNvGrpSpPr/>
            <p:nvPr/>
          </p:nvGrpSpPr>
          <p:grpSpPr>
            <a:xfrm rot="10584197">
              <a:off x="4739" y="3329"/>
              <a:ext cx="140" cy="352"/>
              <a:chOff x="1774" y="2518"/>
              <a:chExt cx="140" cy="352"/>
            </a:xfrm>
          </p:grpSpPr>
          <p:sp>
            <p:nvSpPr>
              <p:cNvPr id="409" name="Google Shape;40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2" name="Google Shape;412;p16"/>
            <p:cNvGrpSpPr/>
            <p:nvPr/>
          </p:nvGrpSpPr>
          <p:grpSpPr>
            <a:xfrm rot="10584197">
              <a:off x="4883" y="3345"/>
              <a:ext cx="140" cy="352"/>
              <a:chOff x="1774" y="2518"/>
              <a:chExt cx="140" cy="352"/>
            </a:xfrm>
          </p:grpSpPr>
          <p:sp>
            <p:nvSpPr>
              <p:cNvPr id="413" name="Google Shape;41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6" name="Google Shape;416;p16"/>
            <p:cNvGrpSpPr/>
            <p:nvPr/>
          </p:nvGrpSpPr>
          <p:grpSpPr>
            <a:xfrm rot="10584197">
              <a:off x="5023" y="3341"/>
              <a:ext cx="140" cy="352"/>
              <a:chOff x="1774" y="2518"/>
              <a:chExt cx="140" cy="352"/>
            </a:xfrm>
          </p:grpSpPr>
          <p:sp>
            <p:nvSpPr>
              <p:cNvPr id="417" name="Google Shape;41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0" name="Google Shape;420;p16"/>
            <p:cNvGrpSpPr/>
            <p:nvPr/>
          </p:nvGrpSpPr>
          <p:grpSpPr>
            <a:xfrm rot="10584197">
              <a:off x="5175" y="3337"/>
              <a:ext cx="140" cy="352"/>
              <a:chOff x="1774" y="2518"/>
              <a:chExt cx="140" cy="352"/>
            </a:xfrm>
          </p:grpSpPr>
          <p:sp>
            <p:nvSpPr>
              <p:cNvPr id="421" name="Google Shape;42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4" name="Google Shape;424;p16"/>
            <p:cNvGrpSpPr/>
            <p:nvPr/>
          </p:nvGrpSpPr>
          <p:grpSpPr>
            <a:xfrm rot="10584197">
              <a:off x="4311" y="3321"/>
              <a:ext cx="140" cy="352"/>
              <a:chOff x="1774" y="2518"/>
              <a:chExt cx="140" cy="352"/>
            </a:xfrm>
          </p:grpSpPr>
          <p:sp>
            <p:nvSpPr>
              <p:cNvPr id="425" name="Google Shape;42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8" name="Google Shape;428;p16"/>
            <p:cNvGrpSpPr/>
            <p:nvPr/>
          </p:nvGrpSpPr>
          <p:grpSpPr>
            <a:xfrm rot="10584197">
              <a:off x="4159" y="3333"/>
              <a:ext cx="140" cy="352"/>
              <a:chOff x="1774" y="2518"/>
              <a:chExt cx="140" cy="352"/>
            </a:xfrm>
          </p:grpSpPr>
          <p:sp>
            <p:nvSpPr>
              <p:cNvPr id="429" name="Google Shape;42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2" name="Google Shape;432;p16"/>
            <p:cNvGrpSpPr/>
            <p:nvPr/>
          </p:nvGrpSpPr>
          <p:grpSpPr>
            <a:xfrm rot="10584197">
              <a:off x="5315" y="3357"/>
              <a:ext cx="140" cy="352"/>
              <a:chOff x="1774" y="2518"/>
              <a:chExt cx="140" cy="352"/>
            </a:xfrm>
          </p:grpSpPr>
          <p:sp>
            <p:nvSpPr>
              <p:cNvPr id="433" name="Google Shape;43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6" name="Google Shape;436;p16"/>
            <p:cNvGrpSpPr/>
            <p:nvPr/>
          </p:nvGrpSpPr>
          <p:grpSpPr>
            <a:xfrm rot="10584197">
              <a:off x="5463" y="3357"/>
              <a:ext cx="140" cy="352"/>
              <a:chOff x="1774" y="2518"/>
              <a:chExt cx="140" cy="352"/>
            </a:xfrm>
          </p:grpSpPr>
          <p:sp>
            <p:nvSpPr>
              <p:cNvPr id="437" name="Google Shape;43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0" name="Google Shape;440;p16"/>
            <p:cNvGrpSpPr/>
            <p:nvPr/>
          </p:nvGrpSpPr>
          <p:grpSpPr>
            <a:xfrm rot="10584197">
              <a:off x="4011" y="3333"/>
              <a:ext cx="140" cy="352"/>
              <a:chOff x="1774" y="2518"/>
              <a:chExt cx="140" cy="352"/>
            </a:xfrm>
          </p:grpSpPr>
          <p:sp>
            <p:nvSpPr>
              <p:cNvPr id="441" name="Google Shape;44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16"/>
            <p:cNvGrpSpPr/>
            <p:nvPr/>
          </p:nvGrpSpPr>
          <p:grpSpPr>
            <a:xfrm rot="10584197">
              <a:off x="3699" y="3329"/>
              <a:ext cx="140" cy="352"/>
              <a:chOff x="1774" y="2518"/>
              <a:chExt cx="140" cy="352"/>
            </a:xfrm>
          </p:grpSpPr>
          <p:sp>
            <p:nvSpPr>
              <p:cNvPr id="445" name="Google Shape;44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16"/>
            <p:cNvGrpSpPr/>
            <p:nvPr/>
          </p:nvGrpSpPr>
          <p:grpSpPr>
            <a:xfrm rot="10584197">
              <a:off x="5607" y="3369"/>
              <a:ext cx="140" cy="352"/>
              <a:chOff x="1774" y="2518"/>
              <a:chExt cx="140" cy="352"/>
            </a:xfrm>
          </p:grpSpPr>
          <p:sp>
            <p:nvSpPr>
              <p:cNvPr id="449" name="Google Shape;44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2" name="Google Shape;452;p16"/>
            <p:cNvGrpSpPr/>
            <p:nvPr/>
          </p:nvGrpSpPr>
          <p:grpSpPr>
            <a:xfrm rot="10584197">
              <a:off x="3851" y="3329"/>
              <a:ext cx="140" cy="352"/>
              <a:chOff x="1774" y="2518"/>
              <a:chExt cx="140" cy="352"/>
            </a:xfrm>
          </p:grpSpPr>
          <p:sp>
            <p:nvSpPr>
              <p:cNvPr id="453" name="Google Shape;45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56" name="Google Shape;456;p16"/>
          <p:cNvGrpSpPr/>
          <p:nvPr/>
        </p:nvGrpSpPr>
        <p:grpSpPr>
          <a:xfrm>
            <a:off x="5697691" y="4822754"/>
            <a:ext cx="3285818" cy="666892"/>
            <a:chOff x="3688" y="3305"/>
            <a:chExt cx="2070" cy="420"/>
          </a:xfrm>
        </p:grpSpPr>
        <p:grpSp>
          <p:nvGrpSpPr>
            <p:cNvPr id="457" name="Google Shape;457;p16"/>
            <p:cNvGrpSpPr/>
            <p:nvPr/>
          </p:nvGrpSpPr>
          <p:grpSpPr>
            <a:xfrm rot="10584197">
              <a:off x="4459" y="3309"/>
              <a:ext cx="140" cy="352"/>
              <a:chOff x="1774" y="2518"/>
              <a:chExt cx="140" cy="352"/>
            </a:xfrm>
          </p:grpSpPr>
          <p:sp>
            <p:nvSpPr>
              <p:cNvPr id="458" name="Google Shape;45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16"/>
            <p:cNvGrpSpPr/>
            <p:nvPr/>
          </p:nvGrpSpPr>
          <p:grpSpPr>
            <a:xfrm rot="10584197">
              <a:off x="4599" y="3317"/>
              <a:ext cx="140" cy="352"/>
              <a:chOff x="1774" y="2518"/>
              <a:chExt cx="140" cy="352"/>
            </a:xfrm>
          </p:grpSpPr>
          <p:sp>
            <p:nvSpPr>
              <p:cNvPr id="462" name="Google Shape;46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16"/>
            <p:cNvGrpSpPr/>
            <p:nvPr/>
          </p:nvGrpSpPr>
          <p:grpSpPr>
            <a:xfrm rot="10584197">
              <a:off x="4739" y="3329"/>
              <a:ext cx="140" cy="352"/>
              <a:chOff x="1774" y="2518"/>
              <a:chExt cx="140" cy="352"/>
            </a:xfrm>
          </p:grpSpPr>
          <p:sp>
            <p:nvSpPr>
              <p:cNvPr id="466" name="Google Shape;46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9" name="Google Shape;469;p16"/>
            <p:cNvGrpSpPr/>
            <p:nvPr/>
          </p:nvGrpSpPr>
          <p:grpSpPr>
            <a:xfrm rot="10584197">
              <a:off x="4883" y="3345"/>
              <a:ext cx="140" cy="352"/>
              <a:chOff x="1774" y="2518"/>
              <a:chExt cx="140" cy="352"/>
            </a:xfrm>
          </p:grpSpPr>
          <p:sp>
            <p:nvSpPr>
              <p:cNvPr id="470" name="Google Shape;47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16"/>
            <p:cNvGrpSpPr/>
            <p:nvPr/>
          </p:nvGrpSpPr>
          <p:grpSpPr>
            <a:xfrm rot="10584197">
              <a:off x="5023" y="3341"/>
              <a:ext cx="140" cy="352"/>
              <a:chOff x="1774" y="2518"/>
              <a:chExt cx="140" cy="352"/>
            </a:xfrm>
          </p:grpSpPr>
          <p:sp>
            <p:nvSpPr>
              <p:cNvPr id="474" name="Google Shape;47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7" name="Google Shape;477;p16"/>
            <p:cNvGrpSpPr/>
            <p:nvPr/>
          </p:nvGrpSpPr>
          <p:grpSpPr>
            <a:xfrm rot="10584197">
              <a:off x="5175" y="3337"/>
              <a:ext cx="140" cy="352"/>
              <a:chOff x="1774" y="2518"/>
              <a:chExt cx="140" cy="352"/>
            </a:xfrm>
          </p:grpSpPr>
          <p:sp>
            <p:nvSpPr>
              <p:cNvPr id="478" name="Google Shape;47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1" name="Google Shape;481;p16"/>
            <p:cNvGrpSpPr/>
            <p:nvPr/>
          </p:nvGrpSpPr>
          <p:grpSpPr>
            <a:xfrm rot="10584197">
              <a:off x="4311" y="3321"/>
              <a:ext cx="140" cy="352"/>
              <a:chOff x="1774" y="2518"/>
              <a:chExt cx="140" cy="352"/>
            </a:xfrm>
          </p:grpSpPr>
          <p:sp>
            <p:nvSpPr>
              <p:cNvPr id="482" name="Google Shape;48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16"/>
            <p:cNvGrpSpPr/>
            <p:nvPr/>
          </p:nvGrpSpPr>
          <p:grpSpPr>
            <a:xfrm rot="10584197">
              <a:off x="4159" y="3333"/>
              <a:ext cx="140" cy="352"/>
              <a:chOff x="1774" y="2518"/>
              <a:chExt cx="140" cy="352"/>
            </a:xfrm>
          </p:grpSpPr>
          <p:sp>
            <p:nvSpPr>
              <p:cNvPr id="486" name="Google Shape;48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16"/>
            <p:cNvGrpSpPr/>
            <p:nvPr/>
          </p:nvGrpSpPr>
          <p:grpSpPr>
            <a:xfrm rot="10584197">
              <a:off x="5315" y="3357"/>
              <a:ext cx="140" cy="352"/>
              <a:chOff x="1774" y="2518"/>
              <a:chExt cx="140" cy="352"/>
            </a:xfrm>
          </p:grpSpPr>
          <p:sp>
            <p:nvSpPr>
              <p:cNvPr id="490" name="Google Shape;49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2" name="Google Shape;49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3" name="Google Shape;493;p16"/>
            <p:cNvGrpSpPr/>
            <p:nvPr/>
          </p:nvGrpSpPr>
          <p:grpSpPr>
            <a:xfrm rot="10584197">
              <a:off x="5463" y="3357"/>
              <a:ext cx="140" cy="352"/>
              <a:chOff x="1774" y="2518"/>
              <a:chExt cx="140" cy="352"/>
            </a:xfrm>
          </p:grpSpPr>
          <p:sp>
            <p:nvSpPr>
              <p:cNvPr id="494" name="Google Shape;494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5" name="Google Shape;495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16"/>
            <p:cNvGrpSpPr/>
            <p:nvPr/>
          </p:nvGrpSpPr>
          <p:grpSpPr>
            <a:xfrm rot="10584197">
              <a:off x="4011" y="3333"/>
              <a:ext cx="140" cy="352"/>
              <a:chOff x="1774" y="2518"/>
              <a:chExt cx="140" cy="352"/>
            </a:xfrm>
          </p:grpSpPr>
          <p:sp>
            <p:nvSpPr>
              <p:cNvPr id="498" name="Google Shape;498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1" name="Google Shape;501;p16"/>
            <p:cNvGrpSpPr/>
            <p:nvPr/>
          </p:nvGrpSpPr>
          <p:grpSpPr>
            <a:xfrm rot="10584197">
              <a:off x="3699" y="3329"/>
              <a:ext cx="140" cy="352"/>
              <a:chOff x="1774" y="2518"/>
              <a:chExt cx="140" cy="352"/>
            </a:xfrm>
          </p:grpSpPr>
          <p:sp>
            <p:nvSpPr>
              <p:cNvPr id="502" name="Google Shape;502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16"/>
            <p:cNvGrpSpPr/>
            <p:nvPr/>
          </p:nvGrpSpPr>
          <p:grpSpPr>
            <a:xfrm rot="10584197">
              <a:off x="5607" y="3369"/>
              <a:ext cx="140" cy="352"/>
              <a:chOff x="1774" y="2518"/>
              <a:chExt cx="140" cy="352"/>
            </a:xfrm>
          </p:grpSpPr>
          <p:sp>
            <p:nvSpPr>
              <p:cNvPr id="506" name="Google Shape;506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9" name="Google Shape;509;p16"/>
            <p:cNvGrpSpPr/>
            <p:nvPr/>
          </p:nvGrpSpPr>
          <p:grpSpPr>
            <a:xfrm rot="10584197">
              <a:off x="3851" y="3329"/>
              <a:ext cx="140" cy="352"/>
              <a:chOff x="1774" y="2518"/>
              <a:chExt cx="140" cy="352"/>
            </a:xfrm>
          </p:grpSpPr>
          <p:sp>
            <p:nvSpPr>
              <p:cNvPr id="510" name="Google Shape;510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13" name="Google Shape;513;p16"/>
          <p:cNvGrpSpPr/>
          <p:nvPr/>
        </p:nvGrpSpPr>
        <p:grpSpPr>
          <a:xfrm>
            <a:off x="5577041" y="4944992"/>
            <a:ext cx="3285818" cy="666892"/>
            <a:chOff x="3688" y="3305"/>
            <a:chExt cx="2070" cy="420"/>
          </a:xfrm>
        </p:grpSpPr>
        <p:grpSp>
          <p:nvGrpSpPr>
            <p:cNvPr id="514" name="Google Shape;514;p16"/>
            <p:cNvGrpSpPr/>
            <p:nvPr/>
          </p:nvGrpSpPr>
          <p:grpSpPr>
            <a:xfrm rot="10584197">
              <a:off x="4459" y="3309"/>
              <a:ext cx="140" cy="352"/>
              <a:chOff x="1774" y="2518"/>
              <a:chExt cx="140" cy="352"/>
            </a:xfrm>
          </p:grpSpPr>
          <p:sp>
            <p:nvSpPr>
              <p:cNvPr id="515" name="Google Shape;51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8" name="Google Shape;518;p16"/>
            <p:cNvGrpSpPr/>
            <p:nvPr/>
          </p:nvGrpSpPr>
          <p:grpSpPr>
            <a:xfrm rot="10584197">
              <a:off x="4599" y="3317"/>
              <a:ext cx="140" cy="352"/>
              <a:chOff x="1774" y="2518"/>
              <a:chExt cx="140" cy="352"/>
            </a:xfrm>
          </p:grpSpPr>
          <p:sp>
            <p:nvSpPr>
              <p:cNvPr id="519" name="Google Shape;51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1" name="Google Shape;52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2" name="Google Shape;522;p16"/>
            <p:cNvGrpSpPr/>
            <p:nvPr/>
          </p:nvGrpSpPr>
          <p:grpSpPr>
            <a:xfrm rot="10584197">
              <a:off x="4739" y="3329"/>
              <a:ext cx="140" cy="352"/>
              <a:chOff x="1774" y="2518"/>
              <a:chExt cx="140" cy="352"/>
            </a:xfrm>
          </p:grpSpPr>
          <p:sp>
            <p:nvSpPr>
              <p:cNvPr id="523" name="Google Shape;52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6" name="Google Shape;526;p16"/>
            <p:cNvGrpSpPr/>
            <p:nvPr/>
          </p:nvGrpSpPr>
          <p:grpSpPr>
            <a:xfrm rot="10584197">
              <a:off x="4883" y="3345"/>
              <a:ext cx="140" cy="352"/>
              <a:chOff x="1774" y="2518"/>
              <a:chExt cx="140" cy="352"/>
            </a:xfrm>
          </p:grpSpPr>
          <p:sp>
            <p:nvSpPr>
              <p:cNvPr id="527" name="Google Shape;52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0" name="Google Shape;530;p16"/>
            <p:cNvGrpSpPr/>
            <p:nvPr/>
          </p:nvGrpSpPr>
          <p:grpSpPr>
            <a:xfrm rot="10584197">
              <a:off x="5023" y="3341"/>
              <a:ext cx="140" cy="352"/>
              <a:chOff x="1774" y="2518"/>
              <a:chExt cx="140" cy="352"/>
            </a:xfrm>
          </p:grpSpPr>
          <p:sp>
            <p:nvSpPr>
              <p:cNvPr id="531" name="Google Shape;53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2" name="Google Shape;53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3" name="Google Shape;53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4" name="Google Shape;534;p16"/>
            <p:cNvGrpSpPr/>
            <p:nvPr/>
          </p:nvGrpSpPr>
          <p:grpSpPr>
            <a:xfrm rot="10584197">
              <a:off x="5175" y="3337"/>
              <a:ext cx="140" cy="352"/>
              <a:chOff x="1774" y="2518"/>
              <a:chExt cx="140" cy="352"/>
            </a:xfrm>
          </p:grpSpPr>
          <p:sp>
            <p:nvSpPr>
              <p:cNvPr id="535" name="Google Shape;53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38" name="Google Shape;538;p16"/>
            <p:cNvGrpSpPr/>
            <p:nvPr/>
          </p:nvGrpSpPr>
          <p:grpSpPr>
            <a:xfrm rot="10584197">
              <a:off x="4311" y="3321"/>
              <a:ext cx="140" cy="352"/>
              <a:chOff x="1774" y="2518"/>
              <a:chExt cx="140" cy="352"/>
            </a:xfrm>
          </p:grpSpPr>
          <p:sp>
            <p:nvSpPr>
              <p:cNvPr id="539" name="Google Shape;53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2" name="Google Shape;542;p16"/>
            <p:cNvGrpSpPr/>
            <p:nvPr/>
          </p:nvGrpSpPr>
          <p:grpSpPr>
            <a:xfrm rot="10584197">
              <a:off x="4159" y="3333"/>
              <a:ext cx="140" cy="352"/>
              <a:chOff x="1774" y="2518"/>
              <a:chExt cx="140" cy="352"/>
            </a:xfrm>
          </p:grpSpPr>
          <p:sp>
            <p:nvSpPr>
              <p:cNvPr id="543" name="Google Shape;54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6" name="Google Shape;546;p16"/>
            <p:cNvGrpSpPr/>
            <p:nvPr/>
          </p:nvGrpSpPr>
          <p:grpSpPr>
            <a:xfrm rot="10584197">
              <a:off x="5315" y="3357"/>
              <a:ext cx="140" cy="352"/>
              <a:chOff x="1774" y="2518"/>
              <a:chExt cx="140" cy="352"/>
            </a:xfrm>
          </p:grpSpPr>
          <p:sp>
            <p:nvSpPr>
              <p:cNvPr id="547" name="Google Shape;54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16"/>
            <p:cNvGrpSpPr/>
            <p:nvPr/>
          </p:nvGrpSpPr>
          <p:grpSpPr>
            <a:xfrm rot="10584197">
              <a:off x="5463" y="3357"/>
              <a:ext cx="140" cy="352"/>
              <a:chOff x="1774" y="2518"/>
              <a:chExt cx="140" cy="352"/>
            </a:xfrm>
          </p:grpSpPr>
          <p:sp>
            <p:nvSpPr>
              <p:cNvPr id="551" name="Google Shape;551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4" name="Google Shape;554;p16"/>
            <p:cNvGrpSpPr/>
            <p:nvPr/>
          </p:nvGrpSpPr>
          <p:grpSpPr>
            <a:xfrm rot="10584197">
              <a:off x="4011" y="3333"/>
              <a:ext cx="140" cy="352"/>
              <a:chOff x="1774" y="2518"/>
              <a:chExt cx="140" cy="352"/>
            </a:xfrm>
          </p:grpSpPr>
          <p:sp>
            <p:nvSpPr>
              <p:cNvPr id="555" name="Google Shape;555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8" name="Google Shape;558;p16"/>
            <p:cNvGrpSpPr/>
            <p:nvPr/>
          </p:nvGrpSpPr>
          <p:grpSpPr>
            <a:xfrm rot="10584197">
              <a:off x="3699" y="3329"/>
              <a:ext cx="140" cy="352"/>
              <a:chOff x="1774" y="2518"/>
              <a:chExt cx="140" cy="352"/>
            </a:xfrm>
          </p:grpSpPr>
          <p:sp>
            <p:nvSpPr>
              <p:cNvPr id="559" name="Google Shape;559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2" name="Google Shape;562;p16"/>
            <p:cNvGrpSpPr/>
            <p:nvPr/>
          </p:nvGrpSpPr>
          <p:grpSpPr>
            <a:xfrm rot="10584197">
              <a:off x="5607" y="3369"/>
              <a:ext cx="140" cy="352"/>
              <a:chOff x="1774" y="2518"/>
              <a:chExt cx="140" cy="352"/>
            </a:xfrm>
          </p:grpSpPr>
          <p:sp>
            <p:nvSpPr>
              <p:cNvPr id="563" name="Google Shape;563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6" name="Google Shape;566;p16"/>
            <p:cNvGrpSpPr/>
            <p:nvPr/>
          </p:nvGrpSpPr>
          <p:grpSpPr>
            <a:xfrm rot="10584197">
              <a:off x="3851" y="3329"/>
              <a:ext cx="140" cy="352"/>
              <a:chOff x="1774" y="2518"/>
              <a:chExt cx="140" cy="352"/>
            </a:xfrm>
          </p:grpSpPr>
          <p:sp>
            <p:nvSpPr>
              <p:cNvPr id="567" name="Google Shape;567;p16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16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16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0" name="Google Shape;57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Cell Membrane</a:t>
            </a:r>
            <a:endParaRPr sz="4000"/>
          </a:p>
        </p:txBody>
      </p:sp>
      <p:sp>
        <p:nvSpPr>
          <p:cNvPr id="571" name="Google Shape;571;p16"/>
          <p:cNvSpPr txBox="1"/>
          <p:nvPr>
            <p:ph idx="1" type="body"/>
          </p:nvPr>
        </p:nvSpPr>
        <p:spPr>
          <a:xfrm>
            <a:off x="468313" y="1322388"/>
            <a:ext cx="8008937" cy="2228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The physical barrier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 sz="2800"/>
              <a:t>Formed by the tail to tail arrangement of the phospholipid molecules</a:t>
            </a:r>
            <a:endParaRPr sz="2800"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Self assembles into</a:t>
            </a:r>
            <a:endParaRPr sz="2800"/>
          </a:p>
        </p:txBody>
      </p:sp>
      <p:grpSp>
        <p:nvGrpSpPr>
          <p:cNvPr id="572" name="Google Shape;572;p16"/>
          <p:cNvGrpSpPr/>
          <p:nvPr/>
        </p:nvGrpSpPr>
        <p:grpSpPr>
          <a:xfrm>
            <a:off x="865188" y="4700588"/>
            <a:ext cx="222250" cy="558800"/>
            <a:chOff x="1774" y="2518"/>
            <a:chExt cx="140" cy="352"/>
          </a:xfrm>
        </p:grpSpPr>
        <p:sp>
          <p:nvSpPr>
            <p:cNvPr id="573" name="Google Shape;57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6" name="Google Shape;576;p16"/>
          <p:cNvGrpSpPr/>
          <p:nvPr/>
        </p:nvGrpSpPr>
        <p:grpSpPr>
          <a:xfrm rot="2129703">
            <a:off x="989013" y="4740275"/>
            <a:ext cx="222250" cy="558800"/>
            <a:chOff x="1774" y="2518"/>
            <a:chExt cx="140" cy="352"/>
          </a:xfrm>
        </p:grpSpPr>
        <p:sp>
          <p:nvSpPr>
            <p:cNvPr id="577" name="Google Shape;57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16"/>
          <p:cNvGrpSpPr/>
          <p:nvPr/>
        </p:nvGrpSpPr>
        <p:grpSpPr>
          <a:xfrm rot="3950753">
            <a:off x="1090613" y="4873625"/>
            <a:ext cx="222250" cy="558800"/>
            <a:chOff x="1774" y="2518"/>
            <a:chExt cx="140" cy="352"/>
          </a:xfrm>
        </p:grpSpPr>
        <p:sp>
          <p:nvSpPr>
            <p:cNvPr id="581" name="Google Shape;58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4" name="Google Shape;584;p16"/>
          <p:cNvGrpSpPr/>
          <p:nvPr/>
        </p:nvGrpSpPr>
        <p:grpSpPr>
          <a:xfrm rot="5669726">
            <a:off x="1076325" y="5016500"/>
            <a:ext cx="222250" cy="558800"/>
            <a:chOff x="1774" y="2518"/>
            <a:chExt cx="140" cy="352"/>
          </a:xfrm>
        </p:grpSpPr>
        <p:sp>
          <p:nvSpPr>
            <p:cNvPr id="585" name="Google Shape;58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8" name="Google Shape;588;p16"/>
          <p:cNvGrpSpPr/>
          <p:nvPr/>
        </p:nvGrpSpPr>
        <p:grpSpPr>
          <a:xfrm rot="7502771">
            <a:off x="1017588" y="5146675"/>
            <a:ext cx="222250" cy="558800"/>
            <a:chOff x="1774" y="2518"/>
            <a:chExt cx="140" cy="352"/>
          </a:xfrm>
        </p:grpSpPr>
        <p:sp>
          <p:nvSpPr>
            <p:cNvPr id="589" name="Google Shape;58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16"/>
          <p:cNvGrpSpPr/>
          <p:nvPr/>
        </p:nvGrpSpPr>
        <p:grpSpPr>
          <a:xfrm rot="9474165">
            <a:off x="912813" y="5241925"/>
            <a:ext cx="222250" cy="558800"/>
            <a:chOff x="1774" y="2518"/>
            <a:chExt cx="140" cy="352"/>
          </a:xfrm>
        </p:grpSpPr>
        <p:sp>
          <p:nvSpPr>
            <p:cNvPr id="593" name="Google Shape;59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6" name="Google Shape;596;p16"/>
          <p:cNvGrpSpPr/>
          <p:nvPr/>
        </p:nvGrpSpPr>
        <p:grpSpPr>
          <a:xfrm rot="-10290125">
            <a:off x="758825" y="5246688"/>
            <a:ext cx="222250" cy="558800"/>
            <a:chOff x="1774" y="2518"/>
            <a:chExt cx="140" cy="352"/>
          </a:xfrm>
        </p:grpSpPr>
        <p:sp>
          <p:nvSpPr>
            <p:cNvPr id="597" name="Google Shape;59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16"/>
          <p:cNvGrpSpPr/>
          <p:nvPr/>
        </p:nvGrpSpPr>
        <p:grpSpPr>
          <a:xfrm rot="-8327031">
            <a:off x="628650" y="5186363"/>
            <a:ext cx="222250" cy="558800"/>
            <a:chOff x="1774" y="2518"/>
            <a:chExt cx="140" cy="352"/>
          </a:xfrm>
        </p:grpSpPr>
        <p:sp>
          <p:nvSpPr>
            <p:cNvPr id="601" name="Google Shape;60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16"/>
          <p:cNvGrpSpPr/>
          <p:nvPr/>
        </p:nvGrpSpPr>
        <p:grpSpPr>
          <a:xfrm rot="-6320574">
            <a:off x="539750" y="5076825"/>
            <a:ext cx="222250" cy="558800"/>
            <a:chOff x="1774" y="2518"/>
            <a:chExt cx="140" cy="352"/>
          </a:xfrm>
        </p:grpSpPr>
        <p:sp>
          <p:nvSpPr>
            <p:cNvPr id="605" name="Google Shape;60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p16"/>
          <p:cNvGrpSpPr/>
          <p:nvPr/>
        </p:nvGrpSpPr>
        <p:grpSpPr>
          <a:xfrm rot="-4716519">
            <a:off x="531813" y="4914900"/>
            <a:ext cx="222250" cy="558800"/>
            <a:chOff x="1774" y="2518"/>
            <a:chExt cx="140" cy="352"/>
          </a:xfrm>
        </p:grpSpPr>
        <p:sp>
          <p:nvSpPr>
            <p:cNvPr id="609" name="Google Shape;60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16"/>
          <p:cNvGrpSpPr/>
          <p:nvPr/>
        </p:nvGrpSpPr>
        <p:grpSpPr>
          <a:xfrm rot="-2527383">
            <a:off x="560388" y="4783138"/>
            <a:ext cx="222250" cy="558800"/>
            <a:chOff x="1774" y="2518"/>
            <a:chExt cx="140" cy="352"/>
          </a:xfrm>
        </p:grpSpPr>
        <p:sp>
          <p:nvSpPr>
            <p:cNvPr id="613" name="Google Shape;61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16"/>
          <p:cNvGrpSpPr/>
          <p:nvPr/>
        </p:nvGrpSpPr>
        <p:grpSpPr>
          <a:xfrm rot="-941206">
            <a:off x="685800" y="4706938"/>
            <a:ext cx="222250" cy="558800"/>
            <a:chOff x="1774" y="2518"/>
            <a:chExt cx="140" cy="352"/>
          </a:xfrm>
        </p:grpSpPr>
        <p:sp>
          <p:nvSpPr>
            <p:cNvPr id="617" name="Google Shape;61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0" name="Google Shape;620;p16"/>
          <p:cNvGrpSpPr/>
          <p:nvPr/>
        </p:nvGrpSpPr>
        <p:grpSpPr>
          <a:xfrm rot="1785172">
            <a:off x="3251200" y="5665788"/>
            <a:ext cx="222250" cy="558800"/>
            <a:chOff x="1774" y="2518"/>
            <a:chExt cx="140" cy="352"/>
          </a:xfrm>
        </p:grpSpPr>
        <p:sp>
          <p:nvSpPr>
            <p:cNvPr id="621" name="Google Shape;62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16"/>
          <p:cNvGrpSpPr/>
          <p:nvPr/>
        </p:nvGrpSpPr>
        <p:grpSpPr>
          <a:xfrm rot="5984270">
            <a:off x="2892425" y="4918075"/>
            <a:ext cx="222250" cy="558800"/>
            <a:chOff x="1774" y="2518"/>
            <a:chExt cx="140" cy="352"/>
          </a:xfrm>
        </p:grpSpPr>
        <p:sp>
          <p:nvSpPr>
            <p:cNvPr id="625" name="Google Shape;62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8" name="Google Shape;628;p16"/>
          <p:cNvGrpSpPr/>
          <p:nvPr/>
        </p:nvGrpSpPr>
        <p:grpSpPr>
          <a:xfrm rot="7110733">
            <a:off x="3005138" y="4659313"/>
            <a:ext cx="222250" cy="558800"/>
            <a:chOff x="1774" y="2518"/>
            <a:chExt cx="140" cy="352"/>
          </a:xfrm>
        </p:grpSpPr>
        <p:sp>
          <p:nvSpPr>
            <p:cNvPr id="629" name="Google Shape;62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2" name="Google Shape;632;p16"/>
          <p:cNvGrpSpPr/>
          <p:nvPr/>
        </p:nvGrpSpPr>
        <p:grpSpPr>
          <a:xfrm rot="7502771">
            <a:off x="4548188" y="5803900"/>
            <a:ext cx="222250" cy="558800"/>
            <a:chOff x="1774" y="2518"/>
            <a:chExt cx="140" cy="352"/>
          </a:xfrm>
        </p:grpSpPr>
        <p:sp>
          <p:nvSpPr>
            <p:cNvPr id="633" name="Google Shape;63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6" name="Google Shape;636;p16"/>
          <p:cNvGrpSpPr/>
          <p:nvPr/>
        </p:nvGrpSpPr>
        <p:grpSpPr>
          <a:xfrm rot="8116265">
            <a:off x="4416425" y="5962650"/>
            <a:ext cx="222250" cy="558800"/>
            <a:chOff x="1774" y="2518"/>
            <a:chExt cx="140" cy="352"/>
          </a:xfrm>
        </p:grpSpPr>
        <p:sp>
          <p:nvSpPr>
            <p:cNvPr id="637" name="Google Shape;63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16"/>
          <p:cNvGrpSpPr/>
          <p:nvPr/>
        </p:nvGrpSpPr>
        <p:grpSpPr>
          <a:xfrm rot="8560580">
            <a:off x="4252913" y="6096000"/>
            <a:ext cx="222250" cy="558800"/>
            <a:chOff x="1774" y="2518"/>
            <a:chExt cx="140" cy="352"/>
          </a:xfrm>
        </p:grpSpPr>
        <p:sp>
          <p:nvSpPr>
            <p:cNvPr id="641" name="Google Shape;64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16"/>
          <p:cNvGrpSpPr/>
          <p:nvPr/>
        </p:nvGrpSpPr>
        <p:grpSpPr>
          <a:xfrm rot="10387751">
            <a:off x="3695700" y="6286500"/>
            <a:ext cx="222250" cy="558800"/>
            <a:chOff x="1774" y="2518"/>
            <a:chExt cx="140" cy="352"/>
          </a:xfrm>
        </p:grpSpPr>
        <p:sp>
          <p:nvSpPr>
            <p:cNvPr id="645" name="Google Shape;64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8" name="Google Shape;648;p16"/>
          <p:cNvGrpSpPr/>
          <p:nvPr/>
        </p:nvGrpSpPr>
        <p:grpSpPr>
          <a:xfrm rot="-9699854">
            <a:off x="3095625" y="6215063"/>
            <a:ext cx="222250" cy="558800"/>
            <a:chOff x="1774" y="2518"/>
            <a:chExt cx="140" cy="352"/>
          </a:xfrm>
        </p:grpSpPr>
        <p:sp>
          <p:nvSpPr>
            <p:cNvPr id="649" name="Google Shape;64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16"/>
          <p:cNvGrpSpPr/>
          <p:nvPr/>
        </p:nvGrpSpPr>
        <p:grpSpPr>
          <a:xfrm rot="-9252038">
            <a:off x="2892425" y="6108700"/>
            <a:ext cx="222250" cy="558800"/>
            <a:chOff x="1774" y="2518"/>
            <a:chExt cx="140" cy="352"/>
          </a:xfrm>
        </p:grpSpPr>
        <p:sp>
          <p:nvSpPr>
            <p:cNvPr id="653" name="Google Shape;65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16"/>
          <p:cNvGrpSpPr/>
          <p:nvPr/>
        </p:nvGrpSpPr>
        <p:grpSpPr>
          <a:xfrm rot="-8327031">
            <a:off x="2736850" y="5989638"/>
            <a:ext cx="222250" cy="558800"/>
            <a:chOff x="1774" y="2518"/>
            <a:chExt cx="140" cy="352"/>
          </a:xfrm>
        </p:grpSpPr>
        <p:sp>
          <p:nvSpPr>
            <p:cNvPr id="657" name="Google Shape;65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0" name="Google Shape;660;p16"/>
          <p:cNvGrpSpPr/>
          <p:nvPr/>
        </p:nvGrpSpPr>
        <p:grpSpPr>
          <a:xfrm rot="-2174150">
            <a:off x="3883025" y="5648325"/>
            <a:ext cx="222250" cy="558800"/>
            <a:chOff x="1774" y="2518"/>
            <a:chExt cx="140" cy="352"/>
          </a:xfrm>
        </p:grpSpPr>
        <p:sp>
          <p:nvSpPr>
            <p:cNvPr id="661" name="Google Shape;66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4" name="Google Shape;664;p16"/>
          <p:cNvGrpSpPr/>
          <p:nvPr/>
        </p:nvGrpSpPr>
        <p:grpSpPr>
          <a:xfrm rot="-4756111">
            <a:off x="2384425" y="4637088"/>
            <a:ext cx="222250" cy="558800"/>
            <a:chOff x="1774" y="2518"/>
            <a:chExt cx="140" cy="352"/>
          </a:xfrm>
        </p:grpSpPr>
        <p:sp>
          <p:nvSpPr>
            <p:cNvPr id="665" name="Google Shape;66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8" name="Google Shape;668;p16"/>
          <p:cNvGrpSpPr/>
          <p:nvPr/>
        </p:nvGrpSpPr>
        <p:grpSpPr>
          <a:xfrm rot="-3955833">
            <a:off x="2462213" y="4460875"/>
            <a:ext cx="222250" cy="558800"/>
            <a:chOff x="1774" y="2518"/>
            <a:chExt cx="140" cy="352"/>
          </a:xfrm>
        </p:grpSpPr>
        <p:sp>
          <p:nvSpPr>
            <p:cNvPr id="669" name="Google Shape;66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2" name="Google Shape;672;p16"/>
          <p:cNvGrpSpPr/>
          <p:nvPr/>
        </p:nvGrpSpPr>
        <p:grpSpPr>
          <a:xfrm rot="-2527383">
            <a:off x="2732088" y="4135438"/>
            <a:ext cx="222250" cy="558800"/>
            <a:chOff x="1774" y="2518"/>
            <a:chExt cx="140" cy="352"/>
          </a:xfrm>
        </p:grpSpPr>
        <p:sp>
          <p:nvSpPr>
            <p:cNvPr id="673" name="Google Shape;67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6" name="Google Shape;676;p16"/>
          <p:cNvGrpSpPr/>
          <p:nvPr/>
        </p:nvGrpSpPr>
        <p:grpSpPr>
          <a:xfrm rot="-136758">
            <a:off x="3565525" y="5729288"/>
            <a:ext cx="222250" cy="558800"/>
            <a:chOff x="1774" y="2518"/>
            <a:chExt cx="140" cy="352"/>
          </a:xfrm>
        </p:grpSpPr>
        <p:sp>
          <p:nvSpPr>
            <p:cNvPr id="677" name="Google Shape;67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16"/>
          <p:cNvGrpSpPr/>
          <p:nvPr/>
        </p:nvGrpSpPr>
        <p:grpSpPr>
          <a:xfrm rot="2675450">
            <a:off x="3048000" y="5499100"/>
            <a:ext cx="222250" cy="558800"/>
            <a:chOff x="1774" y="2518"/>
            <a:chExt cx="140" cy="352"/>
          </a:xfrm>
        </p:grpSpPr>
        <p:sp>
          <p:nvSpPr>
            <p:cNvPr id="681" name="Google Shape;68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16"/>
          <p:cNvGrpSpPr/>
          <p:nvPr/>
        </p:nvGrpSpPr>
        <p:grpSpPr>
          <a:xfrm rot="3950753">
            <a:off x="2914650" y="5238750"/>
            <a:ext cx="222250" cy="558800"/>
            <a:chOff x="1774" y="2518"/>
            <a:chExt cx="140" cy="352"/>
          </a:xfrm>
        </p:grpSpPr>
        <p:sp>
          <p:nvSpPr>
            <p:cNvPr id="685" name="Google Shape;68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16"/>
          <p:cNvGrpSpPr/>
          <p:nvPr/>
        </p:nvGrpSpPr>
        <p:grpSpPr>
          <a:xfrm rot="5400000">
            <a:off x="4792663" y="4987925"/>
            <a:ext cx="222250" cy="558800"/>
            <a:chOff x="1774" y="2518"/>
            <a:chExt cx="140" cy="352"/>
          </a:xfrm>
        </p:grpSpPr>
        <p:sp>
          <p:nvSpPr>
            <p:cNvPr id="689" name="Google Shape;68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16"/>
          <p:cNvGrpSpPr/>
          <p:nvPr/>
        </p:nvGrpSpPr>
        <p:grpSpPr>
          <a:xfrm rot="6911407">
            <a:off x="4645025" y="5611813"/>
            <a:ext cx="222250" cy="558800"/>
            <a:chOff x="1774" y="2518"/>
            <a:chExt cx="140" cy="352"/>
          </a:xfrm>
        </p:grpSpPr>
        <p:sp>
          <p:nvSpPr>
            <p:cNvPr id="693" name="Google Shape;69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16"/>
          <p:cNvGrpSpPr/>
          <p:nvPr/>
        </p:nvGrpSpPr>
        <p:grpSpPr>
          <a:xfrm rot="9078027">
            <a:off x="4075113" y="6184900"/>
            <a:ext cx="222250" cy="558800"/>
            <a:chOff x="1774" y="2518"/>
            <a:chExt cx="140" cy="352"/>
          </a:xfrm>
        </p:grpSpPr>
        <p:sp>
          <p:nvSpPr>
            <p:cNvPr id="697" name="Google Shape;69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0" name="Google Shape;700;p16"/>
          <p:cNvGrpSpPr/>
          <p:nvPr/>
        </p:nvGrpSpPr>
        <p:grpSpPr>
          <a:xfrm rot="9552729">
            <a:off x="3873500" y="6242050"/>
            <a:ext cx="222250" cy="558800"/>
            <a:chOff x="1774" y="2518"/>
            <a:chExt cx="140" cy="352"/>
          </a:xfrm>
        </p:grpSpPr>
        <p:sp>
          <p:nvSpPr>
            <p:cNvPr id="701" name="Google Shape;70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16"/>
          <p:cNvGrpSpPr/>
          <p:nvPr/>
        </p:nvGrpSpPr>
        <p:grpSpPr>
          <a:xfrm rot="-10093761">
            <a:off x="3294063" y="6265863"/>
            <a:ext cx="222250" cy="558800"/>
            <a:chOff x="1774" y="2518"/>
            <a:chExt cx="140" cy="352"/>
          </a:xfrm>
        </p:grpSpPr>
        <p:sp>
          <p:nvSpPr>
            <p:cNvPr id="705" name="Google Shape;70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8" name="Google Shape;708;p16"/>
          <p:cNvGrpSpPr/>
          <p:nvPr/>
        </p:nvGrpSpPr>
        <p:grpSpPr>
          <a:xfrm rot="-10492743">
            <a:off x="3503613" y="6299200"/>
            <a:ext cx="222250" cy="558800"/>
            <a:chOff x="1774" y="2518"/>
            <a:chExt cx="140" cy="352"/>
          </a:xfrm>
        </p:grpSpPr>
        <p:sp>
          <p:nvSpPr>
            <p:cNvPr id="709" name="Google Shape;70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16"/>
          <p:cNvGrpSpPr/>
          <p:nvPr/>
        </p:nvGrpSpPr>
        <p:grpSpPr>
          <a:xfrm rot="-5204370">
            <a:off x="2332038" y="5068888"/>
            <a:ext cx="222250" cy="558800"/>
            <a:chOff x="1774" y="2518"/>
            <a:chExt cx="140" cy="352"/>
          </a:xfrm>
        </p:grpSpPr>
        <p:sp>
          <p:nvSpPr>
            <p:cNvPr id="713" name="Google Shape;71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6" name="Google Shape;716;p16"/>
          <p:cNvGrpSpPr/>
          <p:nvPr/>
        </p:nvGrpSpPr>
        <p:grpSpPr>
          <a:xfrm rot="-7709539">
            <a:off x="2589213" y="5838825"/>
            <a:ext cx="222250" cy="558800"/>
            <a:chOff x="1774" y="2518"/>
            <a:chExt cx="140" cy="352"/>
          </a:xfrm>
        </p:grpSpPr>
        <p:sp>
          <p:nvSpPr>
            <p:cNvPr id="717" name="Google Shape;71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16"/>
          <p:cNvGrpSpPr/>
          <p:nvPr/>
        </p:nvGrpSpPr>
        <p:grpSpPr>
          <a:xfrm rot="-5400000">
            <a:off x="2344738" y="4832350"/>
            <a:ext cx="222250" cy="558800"/>
            <a:chOff x="1774" y="2518"/>
            <a:chExt cx="140" cy="352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4" name="Google Shape;724;p16"/>
          <p:cNvGrpSpPr/>
          <p:nvPr/>
        </p:nvGrpSpPr>
        <p:grpSpPr>
          <a:xfrm rot="-4813055">
            <a:off x="4221163" y="5195888"/>
            <a:ext cx="222250" cy="558800"/>
            <a:chOff x="1774" y="2518"/>
            <a:chExt cx="140" cy="352"/>
          </a:xfrm>
        </p:grpSpPr>
        <p:sp>
          <p:nvSpPr>
            <p:cNvPr id="725" name="Google Shape;72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8" name="Google Shape;728;p16"/>
          <p:cNvGrpSpPr/>
          <p:nvPr/>
        </p:nvGrpSpPr>
        <p:grpSpPr>
          <a:xfrm rot="-3583828">
            <a:off x="4102100" y="5457825"/>
            <a:ext cx="222250" cy="558800"/>
            <a:chOff x="1774" y="2518"/>
            <a:chExt cx="140" cy="352"/>
          </a:xfrm>
        </p:grpSpPr>
        <p:sp>
          <p:nvSpPr>
            <p:cNvPr id="729" name="Google Shape;72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2" name="Google Shape;732;p16"/>
          <p:cNvGrpSpPr/>
          <p:nvPr/>
        </p:nvGrpSpPr>
        <p:grpSpPr>
          <a:xfrm rot="-3464165">
            <a:off x="2597150" y="4279900"/>
            <a:ext cx="222250" cy="558800"/>
            <a:chOff x="1774" y="2518"/>
            <a:chExt cx="140" cy="352"/>
          </a:xfrm>
        </p:grpSpPr>
        <p:sp>
          <p:nvSpPr>
            <p:cNvPr id="733" name="Google Shape;73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6" name="Google Shape;736;p16"/>
          <p:cNvGrpSpPr/>
          <p:nvPr/>
        </p:nvGrpSpPr>
        <p:grpSpPr>
          <a:xfrm rot="5400000">
            <a:off x="4805363" y="5222875"/>
            <a:ext cx="222250" cy="558800"/>
            <a:chOff x="1774" y="2518"/>
            <a:chExt cx="140" cy="352"/>
          </a:xfrm>
        </p:grpSpPr>
        <p:sp>
          <p:nvSpPr>
            <p:cNvPr id="737" name="Google Shape;73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0" name="Google Shape;740;p16"/>
          <p:cNvGrpSpPr/>
          <p:nvPr/>
        </p:nvGrpSpPr>
        <p:grpSpPr>
          <a:xfrm rot="6090119">
            <a:off x="4754563" y="5426075"/>
            <a:ext cx="222250" cy="558800"/>
            <a:chOff x="1774" y="2518"/>
            <a:chExt cx="140" cy="352"/>
          </a:xfrm>
        </p:grpSpPr>
        <p:sp>
          <p:nvSpPr>
            <p:cNvPr id="741" name="Google Shape;74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p16"/>
          <p:cNvGrpSpPr/>
          <p:nvPr/>
        </p:nvGrpSpPr>
        <p:grpSpPr>
          <a:xfrm rot="-6066929">
            <a:off x="2349500" y="5264150"/>
            <a:ext cx="222250" cy="558800"/>
            <a:chOff x="1774" y="2518"/>
            <a:chExt cx="140" cy="352"/>
          </a:xfrm>
        </p:grpSpPr>
        <p:sp>
          <p:nvSpPr>
            <p:cNvPr id="745" name="Google Shape;74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8" name="Google Shape;748;p16"/>
          <p:cNvGrpSpPr/>
          <p:nvPr/>
        </p:nvGrpSpPr>
        <p:grpSpPr>
          <a:xfrm rot="-6833467">
            <a:off x="2384425" y="5438775"/>
            <a:ext cx="222250" cy="558800"/>
            <a:chOff x="1774" y="2518"/>
            <a:chExt cx="140" cy="352"/>
          </a:xfrm>
        </p:grpSpPr>
        <p:sp>
          <p:nvSpPr>
            <p:cNvPr id="749" name="Google Shape;74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2" name="Google Shape;752;p16"/>
          <p:cNvGrpSpPr/>
          <p:nvPr/>
        </p:nvGrpSpPr>
        <p:grpSpPr>
          <a:xfrm rot="-7125747">
            <a:off x="2495550" y="5651500"/>
            <a:ext cx="222250" cy="558800"/>
            <a:chOff x="1774" y="2518"/>
            <a:chExt cx="140" cy="352"/>
          </a:xfrm>
        </p:grpSpPr>
        <p:sp>
          <p:nvSpPr>
            <p:cNvPr id="753" name="Google Shape;75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6" name="Google Shape;756;p16"/>
          <p:cNvGrpSpPr/>
          <p:nvPr/>
        </p:nvGrpSpPr>
        <p:grpSpPr>
          <a:xfrm>
            <a:off x="6923088" y="4529138"/>
            <a:ext cx="222250" cy="558800"/>
            <a:chOff x="1774" y="2518"/>
            <a:chExt cx="140" cy="352"/>
          </a:xfrm>
        </p:grpSpPr>
        <p:sp>
          <p:nvSpPr>
            <p:cNvPr id="757" name="Google Shape;75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0" name="Google Shape;760;p16"/>
          <p:cNvGrpSpPr/>
          <p:nvPr/>
        </p:nvGrpSpPr>
        <p:grpSpPr>
          <a:xfrm>
            <a:off x="7145338" y="4541838"/>
            <a:ext cx="222250" cy="558800"/>
            <a:chOff x="1774" y="2518"/>
            <a:chExt cx="140" cy="352"/>
          </a:xfrm>
        </p:grpSpPr>
        <p:sp>
          <p:nvSpPr>
            <p:cNvPr id="761" name="Google Shape;76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16"/>
          <p:cNvGrpSpPr/>
          <p:nvPr/>
        </p:nvGrpSpPr>
        <p:grpSpPr>
          <a:xfrm>
            <a:off x="7367588" y="4560888"/>
            <a:ext cx="222250" cy="558800"/>
            <a:chOff x="1774" y="2518"/>
            <a:chExt cx="140" cy="352"/>
          </a:xfrm>
        </p:grpSpPr>
        <p:sp>
          <p:nvSpPr>
            <p:cNvPr id="765" name="Google Shape;76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16"/>
          <p:cNvGrpSpPr/>
          <p:nvPr/>
        </p:nvGrpSpPr>
        <p:grpSpPr>
          <a:xfrm>
            <a:off x="7596188" y="4586288"/>
            <a:ext cx="222250" cy="558800"/>
            <a:chOff x="1774" y="2518"/>
            <a:chExt cx="140" cy="352"/>
          </a:xfrm>
        </p:grpSpPr>
        <p:sp>
          <p:nvSpPr>
            <p:cNvPr id="769" name="Google Shape;76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2" name="Google Shape;772;p16"/>
          <p:cNvGrpSpPr/>
          <p:nvPr/>
        </p:nvGrpSpPr>
        <p:grpSpPr>
          <a:xfrm>
            <a:off x="7818438" y="4579938"/>
            <a:ext cx="222250" cy="558800"/>
            <a:chOff x="1774" y="2518"/>
            <a:chExt cx="140" cy="352"/>
          </a:xfrm>
        </p:grpSpPr>
        <p:sp>
          <p:nvSpPr>
            <p:cNvPr id="773" name="Google Shape;77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6" name="Google Shape;776;p16"/>
          <p:cNvGrpSpPr/>
          <p:nvPr/>
        </p:nvGrpSpPr>
        <p:grpSpPr>
          <a:xfrm>
            <a:off x="8059738" y="4573588"/>
            <a:ext cx="222250" cy="558800"/>
            <a:chOff x="1774" y="2518"/>
            <a:chExt cx="140" cy="352"/>
          </a:xfrm>
        </p:grpSpPr>
        <p:sp>
          <p:nvSpPr>
            <p:cNvPr id="777" name="Google Shape;77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16"/>
          <p:cNvGrpSpPr/>
          <p:nvPr/>
        </p:nvGrpSpPr>
        <p:grpSpPr>
          <a:xfrm>
            <a:off x="6688138" y="4548188"/>
            <a:ext cx="222250" cy="558800"/>
            <a:chOff x="1774" y="2518"/>
            <a:chExt cx="140" cy="352"/>
          </a:xfrm>
        </p:grpSpPr>
        <p:sp>
          <p:nvSpPr>
            <p:cNvPr id="781" name="Google Shape;78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16"/>
          <p:cNvGrpSpPr/>
          <p:nvPr/>
        </p:nvGrpSpPr>
        <p:grpSpPr>
          <a:xfrm>
            <a:off x="6446838" y="4567238"/>
            <a:ext cx="222250" cy="558800"/>
            <a:chOff x="1774" y="2518"/>
            <a:chExt cx="140" cy="352"/>
          </a:xfrm>
        </p:grpSpPr>
        <p:sp>
          <p:nvSpPr>
            <p:cNvPr id="785" name="Google Shape;78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8" name="Google Shape;788;p16"/>
          <p:cNvGrpSpPr/>
          <p:nvPr/>
        </p:nvGrpSpPr>
        <p:grpSpPr>
          <a:xfrm>
            <a:off x="8281988" y="4605338"/>
            <a:ext cx="222250" cy="558800"/>
            <a:chOff x="1774" y="2518"/>
            <a:chExt cx="140" cy="352"/>
          </a:xfrm>
        </p:grpSpPr>
        <p:sp>
          <p:nvSpPr>
            <p:cNvPr id="789" name="Google Shape;78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2" name="Google Shape;792;p16"/>
          <p:cNvGrpSpPr/>
          <p:nvPr/>
        </p:nvGrpSpPr>
        <p:grpSpPr>
          <a:xfrm>
            <a:off x="8516938" y="4605338"/>
            <a:ext cx="222250" cy="558800"/>
            <a:chOff x="1774" y="2518"/>
            <a:chExt cx="140" cy="352"/>
          </a:xfrm>
        </p:grpSpPr>
        <p:sp>
          <p:nvSpPr>
            <p:cNvPr id="793" name="Google Shape;79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6" name="Google Shape;796;p16"/>
          <p:cNvGrpSpPr/>
          <p:nvPr/>
        </p:nvGrpSpPr>
        <p:grpSpPr>
          <a:xfrm>
            <a:off x="6211888" y="4567238"/>
            <a:ext cx="222250" cy="558800"/>
            <a:chOff x="1774" y="2518"/>
            <a:chExt cx="140" cy="352"/>
          </a:xfrm>
        </p:grpSpPr>
        <p:sp>
          <p:nvSpPr>
            <p:cNvPr id="797" name="Google Shape;79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9" name="Google Shape;79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0" name="Google Shape;800;p16"/>
          <p:cNvGrpSpPr/>
          <p:nvPr/>
        </p:nvGrpSpPr>
        <p:grpSpPr>
          <a:xfrm>
            <a:off x="5716588" y="4560888"/>
            <a:ext cx="222250" cy="558800"/>
            <a:chOff x="1774" y="2518"/>
            <a:chExt cx="140" cy="352"/>
          </a:xfrm>
        </p:grpSpPr>
        <p:sp>
          <p:nvSpPr>
            <p:cNvPr id="801" name="Google Shape;80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4" name="Google Shape;804;p16"/>
          <p:cNvGrpSpPr/>
          <p:nvPr/>
        </p:nvGrpSpPr>
        <p:grpSpPr>
          <a:xfrm>
            <a:off x="8745538" y="4624388"/>
            <a:ext cx="222250" cy="558800"/>
            <a:chOff x="1774" y="2518"/>
            <a:chExt cx="140" cy="352"/>
          </a:xfrm>
        </p:grpSpPr>
        <p:sp>
          <p:nvSpPr>
            <p:cNvPr id="805" name="Google Shape;80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16"/>
          <p:cNvGrpSpPr/>
          <p:nvPr/>
        </p:nvGrpSpPr>
        <p:grpSpPr>
          <a:xfrm>
            <a:off x="5957888" y="4560888"/>
            <a:ext cx="222250" cy="558800"/>
            <a:chOff x="1774" y="2518"/>
            <a:chExt cx="140" cy="352"/>
          </a:xfrm>
        </p:grpSpPr>
        <p:sp>
          <p:nvSpPr>
            <p:cNvPr id="809" name="Google Shape;80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2" name="Google Shape;812;p16"/>
          <p:cNvGrpSpPr/>
          <p:nvPr/>
        </p:nvGrpSpPr>
        <p:grpSpPr>
          <a:xfrm rot="10584197">
            <a:off x="6926263" y="5100638"/>
            <a:ext cx="222250" cy="558800"/>
            <a:chOff x="1774" y="2518"/>
            <a:chExt cx="140" cy="352"/>
          </a:xfrm>
        </p:grpSpPr>
        <p:sp>
          <p:nvSpPr>
            <p:cNvPr id="813" name="Google Shape;81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6" name="Google Shape;816;p16"/>
          <p:cNvGrpSpPr/>
          <p:nvPr/>
        </p:nvGrpSpPr>
        <p:grpSpPr>
          <a:xfrm rot="10584197">
            <a:off x="7148513" y="5113338"/>
            <a:ext cx="222250" cy="558800"/>
            <a:chOff x="1774" y="2518"/>
            <a:chExt cx="140" cy="352"/>
          </a:xfrm>
        </p:grpSpPr>
        <p:sp>
          <p:nvSpPr>
            <p:cNvPr id="817" name="Google Shape;81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0" name="Google Shape;820;p16"/>
          <p:cNvGrpSpPr/>
          <p:nvPr/>
        </p:nvGrpSpPr>
        <p:grpSpPr>
          <a:xfrm rot="10584197">
            <a:off x="7370763" y="5132388"/>
            <a:ext cx="222250" cy="558800"/>
            <a:chOff x="1774" y="2518"/>
            <a:chExt cx="140" cy="352"/>
          </a:xfrm>
        </p:grpSpPr>
        <p:sp>
          <p:nvSpPr>
            <p:cNvPr id="821" name="Google Shape;82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16"/>
          <p:cNvGrpSpPr/>
          <p:nvPr/>
        </p:nvGrpSpPr>
        <p:grpSpPr>
          <a:xfrm rot="10584197">
            <a:off x="7599363" y="5157788"/>
            <a:ext cx="222250" cy="558800"/>
            <a:chOff x="1774" y="2518"/>
            <a:chExt cx="140" cy="352"/>
          </a:xfrm>
        </p:grpSpPr>
        <p:sp>
          <p:nvSpPr>
            <p:cNvPr id="825" name="Google Shape;82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8" name="Google Shape;828;p16"/>
          <p:cNvGrpSpPr/>
          <p:nvPr/>
        </p:nvGrpSpPr>
        <p:grpSpPr>
          <a:xfrm rot="10584197">
            <a:off x="7821613" y="5151438"/>
            <a:ext cx="222250" cy="558800"/>
            <a:chOff x="1774" y="2518"/>
            <a:chExt cx="140" cy="352"/>
          </a:xfrm>
        </p:grpSpPr>
        <p:sp>
          <p:nvSpPr>
            <p:cNvPr id="829" name="Google Shape;82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2" name="Google Shape;832;p16"/>
          <p:cNvGrpSpPr/>
          <p:nvPr/>
        </p:nvGrpSpPr>
        <p:grpSpPr>
          <a:xfrm rot="10584197">
            <a:off x="8062913" y="5145088"/>
            <a:ext cx="222250" cy="558800"/>
            <a:chOff x="1774" y="2518"/>
            <a:chExt cx="140" cy="352"/>
          </a:xfrm>
        </p:grpSpPr>
        <p:sp>
          <p:nvSpPr>
            <p:cNvPr id="833" name="Google Shape;83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6" name="Google Shape;836;p16"/>
          <p:cNvGrpSpPr/>
          <p:nvPr/>
        </p:nvGrpSpPr>
        <p:grpSpPr>
          <a:xfrm rot="10584197">
            <a:off x="6691313" y="5119688"/>
            <a:ext cx="222250" cy="558800"/>
            <a:chOff x="1774" y="2518"/>
            <a:chExt cx="140" cy="352"/>
          </a:xfrm>
        </p:grpSpPr>
        <p:sp>
          <p:nvSpPr>
            <p:cNvPr id="837" name="Google Shape;83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0" name="Google Shape;840;p16"/>
          <p:cNvGrpSpPr/>
          <p:nvPr/>
        </p:nvGrpSpPr>
        <p:grpSpPr>
          <a:xfrm rot="10584197">
            <a:off x="6450013" y="5138738"/>
            <a:ext cx="222250" cy="558800"/>
            <a:chOff x="1774" y="2518"/>
            <a:chExt cx="140" cy="352"/>
          </a:xfrm>
        </p:grpSpPr>
        <p:sp>
          <p:nvSpPr>
            <p:cNvPr id="841" name="Google Shape;84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16"/>
          <p:cNvGrpSpPr/>
          <p:nvPr/>
        </p:nvGrpSpPr>
        <p:grpSpPr>
          <a:xfrm rot="10584197">
            <a:off x="8285163" y="5176838"/>
            <a:ext cx="222250" cy="558800"/>
            <a:chOff x="1774" y="2518"/>
            <a:chExt cx="140" cy="352"/>
          </a:xfrm>
        </p:grpSpPr>
        <p:sp>
          <p:nvSpPr>
            <p:cNvPr id="845" name="Google Shape;84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16"/>
          <p:cNvGrpSpPr/>
          <p:nvPr/>
        </p:nvGrpSpPr>
        <p:grpSpPr>
          <a:xfrm rot="10584197">
            <a:off x="8520113" y="5176838"/>
            <a:ext cx="222250" cy="558800"/>
            <a:chOff x="1774" y="2518"/>
            <a:chExt cx="140" cy="352"/>
          </a:xfrm>
        </p:grpSpPr>
        <p:sp>
          <p:nvSpPr>
            <p:cNvPr id="849" name="Google Shape;84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2" name="Google Shape;852;p16"/>
          <p:cNvGrpSpPr/>
          <p:nvPr/>
        </p:nvGrpSpPr>
        <p:grpSpPr>
          <a:xfrm rot="10584197">
            <a:off x="6215063" y="5138738"/>
            <a:ext cx="222250" cy="558800"/>
            <a:chOff x="1774" y="2518"/>
            <a:chExt cx="140" cy="352"/>
          </a:xfrm>
        </p:grpSpPr>
        <p:sp>
          <p:nvSpPr>
            <p:cNvPr id="853" name="Google Shape;85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16"/>
          <p:cNvGrpSpPr/>
          <p:nvPr/>
        </p:nvGrpSpPr>
        <p:grpSpPr>
          <a:xfrm rot="10584197">
            <a:off x="5719763" y="5132388"/>
            <a:ext cx="222250" cy="558800"/>
            <a:chOff x="1774" y="2518"/>
            <a:chExt cx="140" cy="352"/>
          </a:xfrm>
        </p:grpSpPr>
        <p:sp>
          <p:nvSpPr>
            <p:cNvPr id="857" name="Google Shape;85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0" name="Google Shape;860;p16"/>
          <p:cNvGrpSpPr/>
          <p:nvPr/>
        </p:nvGrpSpPr>
        <p:grpSpPr>
          <a:xfrm rot="10584197">
            <a:off x="8748713" y="5195888"/>
            <a:ext cx="222250" cy="558800"/>
            <a:chOff x="1774" y="2518"/>
            <a:chExt cx="140" cy="352"/>
          </a:xfrm>
        </p:grpSpPr>
        <p:sp>
          <p:nvSpPr>
            <p:cNvPr id="861" name="Google Shape;86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16"/>
          <p:cNvGrpSpPr/>
          <p:nvPr/>
        </p:nvGrpSpPr>
        <p:grpSpPr>
          <a:xfrm rot="10584197">
            <a:off x="5961063" y="5132388"/>
            <a:ext cx="222250" cy="558800"/>
            <a:chOff x="1774" y="2518"/>
            <a:chExt cx="140" cy="352"/>
          </a:xfrm>
        </p:grpSpPr>
        <p:sp>
          <p:nvSpPr>
            <p:cNvPr id="865" name="Google Shape;86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16"/>
          <p:cNvGrpSpPr/>
          <p:nvPr/>
        </p:nvGrpSpPr>
        <p:grpSpPr>
          <a:xfrm>
            <a:off x="3500438" y="3802063"/>
            <a:ext cx="222250" cy="558800"/>
            <a:chOff x="1774" y="2518"/>
            <a:chExt cx="140" cy="352"/>
          </a:xfrm>
        </p:grpSpPr>
        <p:sp>
          <p:nvSpPr>
            <p:cNvPr id="869" name="Google Shape;86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p16"/>
          <p:cNvGrpSpPr/>
          <p:nvPr/>
        </p:nvGrpSpPr>
        <p:grpSpPr>
          <a:xfrm rot="1529129">
            <a:off x="4146550" y="3959225"/>
            <a:ext cx="222250" cy="558800"/>
            <a:chOff x="1774" y="2518"/>
            <a:chExt cx="140" cy="352"/>
          </a:xfrm>
        </p:grpSpPr>
        <p:sp>
          <p:nvSpPr>
            <p:cNvPr id="873" name="Google Shape;87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6" name="Google Shape;876;p16"/>
          <p:cNvGrpSpPr/>
          <p:nvPr/>
        </p:nvGrpSpPr>
        <p:grpSpPr>
          <a:xfrm rot="3260443">
            <a:off x="4473575" y="4216400"/>
            <a:ext cx="222250" cy="558800"/>
            <a:chOff x="1774" y="2518"/>
            <a:chExt cx="140" cy="352"/>
          </a:xfrm>
        </p:grpSpPr>
        <p:sp>
          <p:nvSpPr>
            <p:cNvPr id="877" name="Google Shape;87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0" name="Google Shape;880;p16"/>
          <p:cNvGrpSpPr/>
          <p:nvPr/>
        </p:nvGrpSpPr>
        <p:grpSpPr>
          <a:xfrm rot="-9101428">
            <a:off x="3871913" y="4459288"/>
            <a:ext cx="222250" cy="558800"/>
            <a:chOff x="1774" y="2518"/>
            <a:chExt cx="140" cy="352"/>
          </a:xfrm>
        </p:grpSpPr>
        <p:sp>
          <p:nvSpPr>
            <p:cNvPr id="881" name="Google Shape;88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4" name="Google Shape;884;p16"/>
          <p:cNvGrpSpPr/>
          <p:nvPr/>
        </p:nvGrpSpPr>
        <p:grpSpPr>
          <a:xfrm rot="4565393">
            <a:off x="4783138" y="4794250"/>
            <a:ext cx="222250" cy="558800"/>
            <a:chOff x="1774" y="2518"/>
            <a:chExt cx="140" cy="352"/>
          </a:xfrm>
        </p:grpSpPr>
        <p:sp>
          <p:nvSpPr>
            <p:cNvPr id="885" name="Google Shape;88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16"/>
          <p:cNvGrpSpPr/>
          <p:nvPr/>
        </p:nvGrpSpPr>
        <p:grpSpPr>
          <a:xfrm rot="-6281514">
            <a:off x="4235450" y="4914900"/>
            <a:ext cx="222250" cy="558800"/>
            <a:chOff x="1774" y="2518"/>
            <a:chExt cx="140" cy="352"/>
          </a:xfrm>
        </p:grpSpPr>
        <p:sp>
          <p:nvSpPr>
            <p:cNvPr id="889" name="Google Shape;88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16"/>
          <p:cNvGrpSpPr/>
          <p:nvPr/>
        </p:nvGrpSpPr>
        <p:grpSpPr>
          <a:xfrm rot="-8115674">
            <a:off x="4094163" y="4635500"/>
            <a:ext cx="222250" cy="558800"/>
            <a:chOff x="1774" y="2518"/>
            <a:chExt cx="140" cy="352"/>
          </a:xfrm>
        </p:grpSpPr>
        <p:sp>
          <p:nvSpPr>
            <p:cNvPr id="893" name="Google Shape;89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6" name="Google Shape;896;p16"/>
          <p:cNvGrpSpPr/>
          <p:nvPr/>
        </p:nvGrpSpPr>
        <p:grpSpPr>
          <a:xfrm rot="4149229">
            <a:off x="4708525" y="4589463"/>
            <a:ext cx="222250" cy="558800"/>
            <a:chOff x="1774" y="2518"/>
            <a:chExt cx="140" cy="352"/>
          </a:xfrm>
        </p:grpSpPr>
        <p:sp>
          <p:nvSpPr>
            <p:cNvPr id="897" name="Google Shape;89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16"/>
          <p:cNvGrpSpPr/>
          <p:nvPr/>
        </p:nvGrpSpPr>
        <p:grpSpPr>
          <a:xfrm rot="606113">
            <a:off x="3711575" y="3821113"/>
            <a:ext cx="222250" cy="558800"/>
            <a:chOff x="1774" y="2518"/>
            <a:chExt cx="140" cy="352"/>
          </a:xfrm>
        </p:grpSpPr>
        <p:sp>
          <p:nvSpPr>
            <p:cNvPr id="901" name="Google Shape;90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4" name="Google Shape;904;p16"/>
          <p:cNvGrpSpPr/>
          <p:nvPr/>
        </p:nvGrpSpPr>
        <p:grpSpPr>
          <a:xfrm rot="980630">
            <a:off x="3943350" y="3886200"/>
            <a:ext cx="222250" cy="558800"/>
            <a:chOff x="1774" y="2518"/>
            <a:chExt cx="140" cy="352"/>
          </a:xfrm>
        </p:grpSpPr>
        <p:sp>
          <p:nvSpPr>
            <p:cNvPr id="905" name="Google Shape;90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16"/>
          <p:cNvGrpSpPr/>
          <p:nvPr/>
        </p:nvGrpSpPr>
        <p:grpSpPr>
          <a:xfrm rot="2219579">
            <a:off x="4314825" y="4079875"/>
            <a:ext cx="222250" cy="558800"/>
            <a:chOff x="1774" y="2518"/>
            <a:chExt cx="140" cy="352"/>
          </a:xfrm>
        </p:grpSpPr>
        <p:sp>
          <p:nvSpPr>
            <p:cNvPr id="909" name="Google Shape;90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2" name="Google Shape;912;p16"/>
          <p:cNvGrpSpPr/>
          <p:nvPr/>
        </p:nvGrpSpPr>
        <p:grpSpPr>
          <a:xfrm rot="3778114">
            <a:off x="4613275" y="4387850"/>
            <a:ext cx="222250" cy="558800"/>
            <a:chOff x="1774" y="2518"/>
            <a:chExt cx="140" cy="352"/>
          </a:xfrm>
        </p:grpSpPr>
        <p:sp>
          <p:nvSpPr>
            <p:cNvPr id="913" name="Google Shape;91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16"/>
          <p:cNvGrpSpPr/>
          <p:nvPr/>
        </p:nvGrpSpPr>
        <p:grpSpPr>
          <a:xfrm rot="8447638">
            <a:off x="3228975" y="4464050"/>
            <a:ext cx="222250" cy="558800"/>
            <a:chOff x="1774" y="2518"/>
            <a:chExt cx="140" cy="352"/>
          </a:xfrm>
        </p:grpSpPr>
        <p:sp>
          <p:nvSpPr>
            <p:cNvPr id="917" name="Google Shape;917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0" name="Google Shape;920;p16"/>
          <p:cNvGrpSpPr/>
          <p:nvPr/>
        </p:nvGrpSpPr>
        <p:grpSpPr>
          <a:xfrm rot="10800000">
            <a:off x="3563938" y="4368800"/>
            <a:ext cx="222250" cy="558800"/>
            <a:chOff x="1774" y="2518"/>
            <a:chExt cx="140" cy="352"/>
          </a:xfrm>
        </p:grpSpPr>
        <p:sp>
          <p:nvSpPr>
            <p:cNvPr id="921" name="Google Shape;921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4" name="Google Shape;924;p16"/>
          <p:cNvGrpSpPr/>
          <p:nvPr/>
        </p:nvGrpSpPr>
        <p:grpSpPr>
          <a:xfrm rot="-2215078">
            <a:off x="2905125" y="3960813"/>
            <a:ext cx="222250" cy="558800"/>
            <a:chOff x="1774" y="2518"/>
            <a:chExt cx="140" cy="352"/>
          </a:xfrm>
        </p:grpSpPr>
        <p:sp>
          <p:nvSpPr>
            <p:cNvPr id="925" name="Google Shape;925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16"/>
          <p:cNvGrpSpPr/>
          <p:nvPr/>
        </p:nvGrpSpPr>
        <p:grpSpPr>
          <a:xfrm rot="-1424429">
            <a:off x="3106738" y="3875088"/>
            <a:ext cx="222250" cy="558800"/>
            <a:chOff x="1774" y="2518"/>
            <a:chExt cx="140" cy="352"/>
          </a:xfrm>
        </p:grpSpPr>
        <p:sp>
          <p:nvSpPr>
            <p:cNvPr id="929" name="Google Shape;929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2" name="Google Shape;932;p16"/>
          <p:cNvGrpSpPr/>
          <p:nvPr/>
        </p:nvGrpSpPr>
        <p:grpSpPr>
          <a:xfrm rot="-331028">
            <a:off x="3290888" y="3814763"/>
            <a:ext cx="222250" cy="558800"/>
            <a:chOff x="1774" y="2518"/>
            <a:chExt cx="140" cy="352"/>
          </a:xfrm>
        </p:grpSpPr>
        <p:sp>
          <p:nvSpPr>
            <p:cNvPr id="933" name="Google Shape;933;p16"/>
            <p:cNvSpPr/>
            <p:nvPr/>
          </p:nvSpPr>
          <p:spPr>
            <a:xfrm flipH="1">
              <a:off x="1844" y="2656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6"/>
            <p:cNvSpPr/>
            <p:nvPr/>
          </p:nvSpPr>
          <p:spPr>
            <a:xfrm flipH="1">
              <a:off x="1812" y="2656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6"/>
            <p:cNvSpPr/>
            <p:nvPr/>
          </p:nvSpPr>
          <p:spPr>
            <a:xfrm>
              <a:off x="1774" y="2518"/>
              <a:ext cx="140" cy="141"/>
            </a:xfrm>
            <a:prstGeom prst="ellipse">
              <a:avLst/>
            </a:prstGeom>
            <a:gradFill>
              <a:gsLst>
                <a:gs pos="0">
                  <a:srgbClr val="FF0000"/>
                </a:gs>
                <a:gs pos="100000">
                  <a:srgbClr val="760000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6" name="Google Shape;936;p16"/>
          <p:cNvSpPr txBox="1"/>
          <p:nvPr/>
        </p:nvSpPr>
        <p:spPr>
          <a:xfrm>
            <a:off x="357188" y="4237038"/>
            <a:ext cx="1047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miceles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16"/>
          <p:cNvSpPr txBox="1"/>
          <p:nvPr/>
        </p:nvSpPr>
        <p:spPr>
          <a:xfrm>
            <a:off x="2876550" y="3367088"/>
            <a:ext cx="136048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liposomes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6"/>
          <p:cNvSpPr txBox="1"/>
          <p:nvPr/>
        </p:nvSpPr>
        <p:spPr>
          <a:xfrm>
            <a:off x="6076950" y="3713163"/>
            <a:ext cx="22860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bi-layer membranes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9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4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Cell Membrane</a:t>
            </a:r>
            <a:endParaRPr sz="4000"/>
          </a:p>
        </p:txBody>
      </p:sp>
      <p:sp>
        <p:nvSpPr>
          <p:cNvPr id="944" name="Google Shape;944;p17"/>
          <p:cNvSpPr txBox="1"/>
          <p:nvPr>
            <p:ph idx="1" type="body"/>
          </p:nvPr>
        </p:nvSpPr>
        <p:spPr>
          <a:xfrm>
            <a:off x="457200" y="1600200"/>
            <a:ext cx="8229600" cy="167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How does a barrier become a regulator?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AutoNum type="arabicPeriod"/>
            </a:pPr>
            <a:r>
              <a:rPr lang="en-US"/>
              <a:t>By being having a polar surface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AutoNum type="arabicPeriod"/>
            </a:pPr>
            <a:r>
              <a:rPr lang="en-US"/>
              <a:t>By specialized membrane components</a:t>
            </a:r>
            <a:endParaRPr/>
          </a:p>
        </p:txBody>
      </p:sp>
      <p:grpSp>
        <p:nvGrpSpPr>
          <p:cNvPr id="945" name="Google Shape;945;p17"/>
          <p:cNvGrpSpPr/>
          <p:nvPr/>
        </p:nvGrpSpPr>
        <p:grpSpPr>
          <a:xfrm>
            <a:off x="0" y="4288016"/>
            <a:ext cx="9199563" cy="1223606"/>
            <a:chOff x="0" y="2037"/>
            <a:chExt cx="5795" cy="771"/>
          </a:xfrm>
        </p:grpSpPr>
        <p:grpSp>
          <p:nvGrpSpPr>
            <p:cNvPr id="946" name="Google Shape;946;p17"/>
            <p:cNvGrpSpPr/>
            <p:nvPr/>
          </p:nvGrpSpPr>
          <p:grpSpPr>
            <a:xfrm>
              <a:off x="0" y="2037"/>
              <a:ext cx="5793" cy="416"/>
              <a:chOff x="0" y="2037"/>
              <a:chExt cx="5793" cy="416"/>
            </a:xfrm>
          </p:grpSpPr>
          <p:grpSp>
            <p:nvGrpSpPr>
              <p:cNvPr id="947" name="Google Shape;947;p17"/>
              <p:cNvGrpSpPr/>
              <p:nvPr/>
            </p:nvGrpSpPr>
            <p:grpSpPr>
              <a:xfrm>
                <a:off x="4107" y="2050"/>
                <a:ext cx="1686" cy="371"/>
                <a:chOff x="4107" y="2050"/>
                <a:chExt cx="1686" cy="371"/>
              </a:xfrm>
            </p:grpSpPr>
            <p:sp>
              <p:nvSpPr>
                <p:cNvPr id="948" name="Google Shape;948;p17"/>
                <p:cNvSpPr/>
                <p:nvPr/>
              </p:nvSpPr>
              <p:spPr>
                <a:xfrm flipH="1">
                  <a:off x="4909" y="2189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9" name="Google Shape;949;p17"/>
                <p:cNvSpPr/>
                <p:nvPr/>
              </p:nvSpPr>
              <p:spPr>
                <a:xfrm flipH="1">
                  <a:off x="5049" y="2190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0" name="Google Shape;950;p17"/>
                <p:cNvSpPr/>
                <p:nvPr/>
              </p:nvSpPr>
              <p:spPr>
                <a:xfrm flipH="1">
                  <a:off x="5189" y="2188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1" name="Google Shape;951;p17"/>
                <p:cNvSpPr/>
                <p:nvPr/>
              </p:nvSpPr>
              <p:spPr>
                <a:xfrm flipH="1">
                  <a:off x="5287" y="2204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2" name="Google Shape;952;p17"/>
                <p:cNvSpPr/>
                <p:nvPr/>
              </p:nvSpPr>
              <p:spPr>
                <a:xfrm flipH="1">
                  <a:off x="5452" y="2207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3" name="Google Shape;953;p17"/>
                <p:cNvSpPr/>
                <p:nvPr/>
              </p:nvSpPr>
              <p:spPr>
                <a:xfrm flipH="1">
                  <a:off x="5590" y="2203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4" name="Google Shape;954;p17"/>
                <p:cNvSpPr/>
                <p:nvPr/>
              </p:nvSpPr>
              <p:spPr>
                <a:xfrm flipH="1">
                  <a:off x="4736" y="2194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5" name="Google Shape;955;p17"/>
                <p:cNvSpPr/>
                <p:nvPr/>
              </p:nvSpPr>
              <p:spPr>
                <a:xfrm flipH="1">
                  <a:off x="4623" y="2199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6" name="Google Shape;956;p17"/>
                <p:cNvSpPr/>
                <p:nvPr/>
              </p:nvSpPr>
              <p:spPr>
                <a:xfrm flipH="1">
                  <a:off x="5723" y="2202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7" name="Google Shape;957;p17"/>
                <p:cNvSpPr/>
                <p:nvPr/>
              </p:nvSpPr>
              <p:spPr>
                <a:xfrm flipH="1">
                  <a:off x="4475" y="2192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8" name="Google Shape;958;p17"/>
                <p:cNvSpPr/>
                <p:nvPr/>
              </p:nvSpPr>
              <p:spPr>
                <a:xfrm flipH="1">
                  <a:off x="4177" y="2195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9" name="Google Shape;959;p17"/>
                <p:cNvSpPr/>
                <p:nvPr/>
              </p:nvSpPr>
              <p:spPr>
                <a:xfrm flipH="1">
                  <a:off x="4329" y="2195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960" name="Google Shape;960;p17"/>
                <p:cNvGrpSpPr/>
                <p:nvPr/>
              </p:nvGrpSpPr>
              <p:grpSpPr>
                <a:xfrm>
                  <a:off x="4107" y="2050"/>
                  <a:ext cx="1686" cy="368"/>
                  <a:chOff x="4107" y="2050"/>
                  <a:chExt cx="1686" cy="368"/>
                </a:xfrm>
              </p:grpSpPr>
              <p:sp>
                <p:nvSpPr>
                  <p:cNvPr id="961" name="Google Shape;961;p17"/>
                  <p:cNvSpPr/>
                  <p:nvPr/>
                </p:nvSpPr>
                <p:spPr>
                  <a:xfrm flipH="1">
                    <a:off x="4877" y="2189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2" name="Google Shape;962;p17"/>
                  <p:cNvSpPr/>
                  <p:nvPr/>
                </p:nvSpPr>
                <p:spPr>
                  <a:xfrm>
                    <a:off x="4839" y="2051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3" name="Google Shape;963;p17"/>
                  <p:cNvSpPr/>
                  <p:nvPr/>
                </p:nvSpPr>
                <p:spPr>
                  <a:xfrm flipH="1">
                    <a:off x="5017" y="2190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4" name="Google Shape;964;p17"/>
                  <p:cNvSpPr/>
                  <p:nvPr/>
                </p:nvSpPr>
                <p:spPr>
                  <a:xfrm>
                    <a:off x="4979" y="2052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5" name="Google Shape;965;p17"/>
                  <p:cNvSpPr/>
                  <p:nvPr/>
                </p:nvSpPr>
                <p:spPr>
                  <a:xfrm flipH="1">
                    <a:off x="5157" y="2188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6" name="Google Shape;966;p17"/>
                  <p:cNvSpPr/>
                  <p:nvPr/>
                </p:nvSpPr>
                <p:spPr>
                  <a:xfrm>
                    <a:off x="5119" y="2050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7" name="Google Shape;967;p17"/>
                  <p:cNvSpPr/>
                  <p:nvPr/>
                </p:nvSpPr>
                <p:spPr>
                  <a:xfrm flipH="1">
                    <a:off x="5319" y="2204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8" name="Google Shape;968;p17"/>
                  <p:cNvSpPr/>
                  <p:nvPr/>
                </p:nvSpPr>
                <p:spPr>
                  <a:xfrm>
                    <a:off x="5249" y="2066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69" name="Google Shape;969;p17"/>
                  <p:cNvSpPr/>
                  <p:nvPr/>
                </p:nvSpPr>
                <p:spPr>
                  <a:xfrm flipH="1">
                    <a:off x="5420" y="2207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0" name="Google Shape;970;p17"/>
                  <p:cNvSpPr/>
                  <p:nvPr/>
                </p:nvSpPr>
                <p:spPr>
                  <a:xfrm>
                    <a:off x="5382" y="2069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1" name="Google Shape;971;p17"/>
                  <p:cNvSpPr/>
                  <p:nvPr/>
                </p:nvSpPr>
                <p:spPr>
                  <a:xfrm flipH="1">
                    <a:off x="5558" y="2203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2" name="Google Shape;972;p17"/>
                  <p:cNvSpPr/>
                  <p:nvPr/>
                </p:nvSpPr>
                <p:spPr>
                  <a:xfrm>
                    <a:off x="5520" y="2065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3" name="Google Shape;973;p17"/>
                  <p:cNvSpPr/>
                  <p:nvPr/>
                </p:nvSpPr>
                <p:spPr>
                  <a:xfrm flipH="1">
                    <a:off x="4768" y="2194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4" name="Google Shape;974;p17"/>
                  <p:cNvSpPr/>
                  <p:nvPr/>
                </p:nvSpPr>
                <p:spPr>
                  <a:xfrm>
                    <a:off x="4698" y="2056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5" name="Google Shape;975;p17"/>
                  <p:cNvSpPr/>
                  <p:nvPr/>
                </p:nvSpPr>
                <p:spPr>
                  <a:xfrm flipH="1">
                    <a:off x="4591" y="2199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6" name="Google Shape;976;p17"/>
                  <p:cNvSpPr/>
                  <p:nvPr/>
                </p:nvSpPr>
                <p:spPr>
                  <a:xfrm>
                    <a:off x="4553" y="2061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7" name="Google Shape;977;p17"/>
                  <p:cNvSpPr/>
                  <p:nvPr/>
                </p:nvSpPr>
                <p:spPr>
                  <a:xfrm flipH="1">
                    <a:off x="5691" y="2202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8" name="Google Shape;978;p17"/>
                  <p:cNvSpPr/>
                  <p:nvPr/>
                </p:nvSpPr>
                <p:spPr>
                  <a:xfrm>
                    <a:off x="5653" y="2064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79" name="Google Shape;979;p17"/>
                  <p:cNvSpPr/>
                  <p:nvPr/>
                </p:nvSpPr>
                <p:spPr>
                  <a:xfrm flipH="1">
                    <a:off x="4443" y="2192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0" name="Google Shape;980;p17"/>
                  <p:cNvSpPr/>
                  <p:nvPr/>
                </p:nvSpPr>
                <p:spPr>
                  <a:xfrm>
                    <a:off x="4405" y="2054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1" name="Google Shape;981;p17"/>
                  <p:cNvSpPr/>
                  <p:nvPr/>
                </p:nvSpPr>
                <p:spPr>
                  <a:xfrm flipH="1">
                    <a:off x="4145" y="2195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2" name="Google Shape;982;p17"/>
                  <p:cNvSpPr/>
                  <p:nvPr/>
                </p:nvSpPr>
                <p:spPr>
                  <a:xfrm>
                    <a:off x="4107" y="2057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3" name="Google Shape;983;p17"/>
                  <p:cNvSpPr/>
                  <p:nvPr/>
                </p:nvSpPr>
                <p:spPr>
                  <a:xfrm flipH="1">
                    <a:off x="4297" y="2195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84" name="Google Shape;984;p17"/>
                  <p:cNvSpPr/>
                  <p:nvPr/>
                </p:nvSpPr>
                <p:spPr>
                  <a:xfrm>
                    <a:off x="4259" y="2057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985" name="Google Shape;985;p17"/>
              <p:cNvGrpSpPr/>
              <p:nvPr/>
            </p:nvGrpSpPr>
            <p:grpSpPr>
              <a:xfrm>
                <a:off x="760" y="2041"/>
                <a:ext cx="140" cy="352"/>
                <a:chOff x="1774" y="2518"/>
                <a:chExt cx="140" cy="352"/>
              </a:xfrm>
            </p:grpSpPr>
            <p:sp>
              <p:nvSpPr>
                <p:cNvPr id="986" name="Google Shape;98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7" name="Google Shape;98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8" name="Google Shape;98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89" name="Google Shape;989;p17"/>
              <p:cNvGrpSpPr/>
              <p:nvPr/>
            </p:nvGrpSpPr>
            <p:grpSpPr>
              <a:xfrm>
                <a:off x="900" y="2049"/>
                <a:ext cx="140" cy="352"/>
                <a:chOff x="1774" y="2518"/>
                <a:chExt cx="140" cy="352"/>
              </a:xfrm>
            </p:grpSpPr>
            <p:sp>
              <p:nvSpPr>
                <p:cNvPr id="990" name="Google Shape;99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1" name="Google Shape;99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2" name="Google Shape;99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3" name="Google Shape;993;p17"/>
              <p:cNvGrpSpPr/>
              <p:nvPr/>
            </p:nvGrpSpPr>
            <p:grpSpPr>
              <a:xfrm>
                <a:off x="1040" y="2061"/>
                <a:ext cx="140" cy="352"/>
                <a:chOff x="1774" y="2518"/>
                <a:chExt cx="140" cy="352"/>
              </a:xfrm>
            </p:grpSpPr>
            <p:sp>
              <p:nvSpPr>
                <p:cNvPr id="994" name="Google Shape;99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5" name="Google Shape;99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6" name="Google Shape;99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97" name="Google Shape;997;p17"/>
              <p:cNvGrpSpPr/>
              <p:nvPr/>
            </p:nvGrpSpPr>
            <p:grpSpPr>
              <a:xfrm>
                <a:off x="1184" y="2077"/>
                <a:ext cx="140" cy="352"/>
                <a:chOff x="1774" y="2518"/>
                <a:chExt cx="140" cy="352"/>
              </a:xfrm>
            </p:grpSpPr>
            <p:sp>
              <p:nvSpPr>
                <p:cNvPr id="998" name="Google Shape;998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9" name="Google Shape;999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0" name="Google Shape;1000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1" name="Google Shape;1001;p17"/>
              <p:cNvGrpSpPr/>
              <p:nvPr/>
            </p:nvGrpSpPr>
            <p:grpSpPr>
              <a:xfrm>
                <a:off x="1324" y="2073"/>
                <a:ext cx="140" cy="352"/>
                <a:chOff x="1774" y="2518"/>
                <a:chExt cx="140" cy="352"/>
              </a:xfrm>
            </p:grpSpPr>
            <p:sp>
              <p:nvSpPr>
                <p:cNvPr id="1002" name="Google Shape;1002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3" name="Google Shape;1003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4" name="Google Shape;1004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5" name="Google Shape;1005;p17"/>
              <p:cNvGrpSpPr/>
              <p:nvPr/>
            </p:nvGrpSpPr>
            <p:grpSpPr>
              <a:xfrm>
                <a:off x="1476" y="2069"/>
                <a:ext cx="140" cy="352"/>
                <a:chOff x="1774" y="2518"/>
                <a:chExt cx="140" cy="352"/>
              </a:xfrm>
            </p:grpSpPr>
            <p:sp>
              <p:nvSpPr>
                <p:cNvPr id="1006" name="Google Shape;100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7" name="Google Shape;100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8" name="Google Shape;100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09" name="Google Shape;1009;p17"/>
              <p:cNvGrpSpPr/>
              <p:nvPr/>
            </p:nvGrpSpPr>
            <p:grpSpPr>
              <a:xfrm>
                <a:off x="612" y="2053"/>
                <a:ext cx="140" cy="352"/>
                <a:chOff x="1774" y="2518"/>
                <a:chExt cx="140" cy="352"/>
              </a:xfrm>
            </p:grpSpPr>
            <p:sp>
              <p:nvSpPr>
                <p:cNvPr id="1010" name="Google Shape;101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1" name="Google Shape;101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2" name="Google Shape;101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3" name="Google Shape;1013;p17"/>
              <p:cNvGrpSpPr/>
              <p:nvPr/>
            </p:nvGrpSpPr>
            <p:grpSpPr>
              <a:xfrm>
                <a:off x="460" y="2065"/>
                <a:ext cx="140" cy="352"/>
                <a:chOff x="1774" y="2518"/>
                <a:chExt cx="140" cy="352"/>
              </a:xfrm>
            </p:grpSpPr>
            <p:sp>
              <p:nvSpPr>
                <p:cNvPr id="1014" name="Google Shape;101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5" name="Google Shape;101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6" name="Google Shape;101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17" name="Google Shape;1017;p17"/>
              <p:cNvGrpSpPr/>
              <p:nvPr/>
            </p:nvGrpSpPr>
            <p:grpSpPr>
              <a:xfrm>
                <a:off x="1616" y="2089"/>
                <a:ext cx="140" cy="352"/>
                <a:chOff x="1774" y="2518"/>
                <a:chExt cx="140" cy="352"/>
              </a:xfrm>
            </p:grpSpPr>
            <p:sp>
              <p:nvSpPr>
                <p:cNvPr id="1018" name="Google Shape;1018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9" name="Google Shape;1019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0" name="Google Shape;1020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1" name="Google Shape;1021;p17"/>
              <p:cNvGrpSpPr/>
              <p:nvPr/>
            </p:nvGrpSpPr>
            <p:grpSpPr>
              <a:xfrm>
                <a:off x="1764" y="2089"/>
                <a:ext cx="140" cy="352"/>
                <a:chOff x="1774" y="2518"/>
                <a:chExt cx="140" cy="352"/>
              </a:xfrm>
            </p:grpSpPr>
            <p:sp>
              <p:nvSpPr>
                <p:cNvPr id="1022" name="Google Shape;1022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3" name="Google Shape;1023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4" name="Google Shape;1024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5" name="Google Shape;1025;p17"/>
              <p:cNvGrpSpPr/>
              <p:nvPr/>
            </p:nvGrpSpPr>
            <p:grpSpPr>
              <a:xfrm>
                <a:off x="312" y="2065"/>
                <a:ext cx="140" cy="352"/>
                <a:chOff x="1774" y="2518"/>
                <a:chExt cx="140" cy="352"/>
              </a:xfrm>
            </p:grpSpPr>
            <p:sp>
              <p:nvSpPr>
                <p:cNvPr id="1026" name="Google Shape;102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7" name="Google Shape;102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8" name="Google Shape;102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29" name="Google Shape;1029;p17"/>
              <p:cNvGrpSpPr/>
              <p:nvPr/>
            </p:nvGrpSpPr>
            <p:grpSpPr>
              <a:xfrm>
                <a:off x="0" y="2061"/>
                <a:ext cx="140" cy="352"/>
                <a:chOff x="1774" y="2518"/>
                <a:chExt cx="140" cy="352"/>
              </a:xfrm>
            </p:grpSpPr>
            <p:sp>
              <p:nvSpPr>
                <p:cNvPr id="1030" name="Google Shape;103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1" name="Google Shape;103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2" name="Google Shape;103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33" name="Google Shape;1033;p17"/>
              <p:cNvGrpSpPr/>
              <p:nvPr/>
            </p:nvGrpSpPr>
            <p:grpSpPr>
              <a:xfrm>
                <a:off x="1908" y="2101"/>
                <a:ext cx="140" cy="352"/>
                <a:chOff x="1774" y="2518"/>
                <a:chExt cx="140" cy="352"/>
              </a:xfrm>
            </p:grpSpPr>
            <p:sp>
              <p:nvSpPr>
                <p:cNvPr id="1034" name="Google Shape;103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5" name="Google Shape;103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6" name="Google Shape;103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37" name="Google Shape;1037;p17"/>
              <p:cNvGrpSpPr/>
              <p:nvPr/>
            </p:nvGrpSpPr>
            <p:grpSpPr>
              <a:xfrm>
                <a:off x="152" y="2061"/>
                <a:ext cx="140" cy="352"/>
                <a:chOff x="1774" y="2518"/>
                <a:chExt cx="140" cy="352"/>
              </a:xfrm>
            </p:grpSpPr>
            <p:sp>
              <p:nvSpPr>
                <p:cNvPr id="1038" name="Google Shape;1038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9" name="Google Shape;1039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0" name="Google Shape;1040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1" name="Google Shape;1041;p17"/>
              <p:cNvGrpSpPr/>
              <p:nvPr/>
            </p:nvGrpSpPr>
            <p:grpSpPr>
              <a:xfrm rot="-150097">
                <a:off x="2818" y="2043"/>
                <a:ext cx="140" cy="352"/>
                <a:chOff x="1774" y="2518"/>
                <a:chExt cx="140" cy="352"/>
              </a:xfrm>
            </p:grpSpPr>
            <p:sp>
              <p:nvSpPr>
                <p:cNvPr id="1042" name="Google Shape;1042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3" name="Google Shape;1043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4" name="Google Shape;1044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5" name="Google Shape;1045;p17"/>
              <p:cNvGrpSpPr/>
              <p:nvPr/>
            </p:nvGrpSpPr>
            <p:grpSpPr>
              <a:xfrm rot="-150097">
                <a:off x="2959" y="2045"/>
                <a:ext cx="140" cy="352"/>
                <a:chOff x="1774" y="2518"/>
                <a:chExt cx="140" cy="352"/>
              </a:xfrm>
            </p:grpSpPr>
            <p:sp>
              <p:nvSpPr>
                <p:cNvPr id="1046" name="Google Shape;104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7" name="Google Shape;104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8" name="Google Shape;104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49" name="Google Shape;1049;p17"/>
              <p:cNvGrpSpPr/>
              <p:nvPr/>
            </p:nvGrpSpPr>
            <p:grpSpPr>
              <a:xfrm rot="-150097">
                <a:off x="3099" y="2051"/>
                <a:ext cx="140" cy="352"/>
                <a:chOff x="1774" y="2518"/>
                <a:chExt cx="140" cy="352"/>
              </a:xfrm>
            </p:grpSpPr>
            <p:sp>
              <p:nvSpPr>
                <p:cNvPr id="1050" name="Google Shape;105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1" name="Google Shape;105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2" name="Google Shape;105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3" name="Google Shape;1053;p17"/>
              <p:cNvGrpSpPr/>
              <p:nvPr/>
            </p:nvGrpSpPr>
            <p:grpSpPr>
              <a:xfrm rot="-150097">
                <a:off x="3244" y="2060"/>
                <a:ext cx="140" cy="352"/>
                <a:chOff x="1774" y="2518"/>
                <a:chExt cx="140" cy="352"/>
              </a:xfrm>
            </p:grpSpPr>
            <p:sp>
              <p:nvSpPr>
                <p:cNvPr id="1054" name="Google Shape;105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5" name="Google Shape;105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6" name="Google Shape;105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57" name="Google Shape;1057;p17"/>
              <p:cNvGrpSpPr/>
              <p:nvPr/>
            </p:nvGrpSpPr>
            <p:grpSpPr>
              <a:xfrm rot="-150097">
                <a:off x="3383" y="2050"/>
                <a:ext cx="140" cy="352"/>
                <a:chOff x="1774" y="2518"/>
                <a:chExt cx="140" cy="352"/>
              </a:xfrm>
            </p:grpSpPr>
            <p:sp>
              <p:nvSpPr>
                <p:cNvPr id="1058" name="Google Shape;1058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9" name="Google Shape;1059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0" name="Google Shape;1060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1" name="Google Shape;1061;p17"/>
              <p:cNvGrpSpPr/>
              <p:nvPr/>
            </p:nvGrpSpPr>
            <p:grpSpPr>
              <a:xfrm rot="-150097">
                <a:off x="3535" y="2040"/>
                <a:ext cx="140" cy="352"/>
                <a:chOff x="1774" y="2518"/>
                <a:chExt cx="140" cy="352"/>
              </a:xfrm>
            </p:grpSpPr>
            <p:sp>
              <p:nvSpPr>
                <p:cNvPr id="1062" name="Google Shape;1062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3" name="Google Shape;1063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4" name="Google Shape;1064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5" name="Google Shape;1065;p17"/>
              <p:cNvGrpSpPr/>
              <p:nvPr/>
            </p:nvGrpSpPr>
            <p:grpSpPr>
              <a:xfrm rot="-150097">
                <a:off x="2671" y="2061"/>
                <a:ext cx="140" cy="352"/>
                <a:chOff x="1774" y="2518"/>
                <a:chExt cx="140" cy="352"/>
              </a:xfrm>
            </p:grpSpPr>
            <p:sp>
              <p:nvSpPr>
                <p:cNvPr id="1066" name="Google Shape;106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7" name="Google Shape;106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8" name="Google Shape;106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69" name="Google Shape;1069;p17"/>
              <p:cNvGrpSpPr/>
              <p:nvPr/>
            </p:nvGrpSpPr>
            <p:grpSpPr>
              <a:xfrm rot="-150097">
                <a:off x="2520" y="2080"/>
                <a:ext cx="140" cy="352"/>
                <a:chOff x="1774" y="2518"/>
                <a:chExt cx="140" cy="352"/>
              </a:xfrm>
            </p:grpSpPr>
            <p:sp>
              <p:nvSpPr>
                <p:cNvPr id="1070" name="Google Shape;107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1" name="Google Shape;107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2" name="Google Shape;107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3" name="Google Shape;1073;p17"/>
              <p:cNvGrpSpPr/>
              <p:nvPr/>
            </p:nvGrpSpPr>
            <p:grpSpPr>
              <a:xfrm rot="-150097">
                <a:off x="3676" y="2054"/>
                <a:ext cx="140" cy="352"/>
                <a:chOff x="1774" y="2518"/>
                <a:chExt cx="140" cy="352"/>
              </a:xfrm>
            </p:grpSpPr>
            <p:sp>
              <p:nvSpPr>
                <p:cNvPr id="1074" name="Google Shape;107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5" name="Google Shape;107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6" name="Google Shape;107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77" name="Google Shape;1077;p17"/>
              <p:cNvGrpSpPr/>
              <p:nvPr/>
            </p:nvGrpSpPr>
            <p:grpSpPr>
              <a:xfrm rot="-150097">
                <a:off x="3824" y="2047"/>
                <a:ext cx="140" cy="352"/>
                <a:chOff x="1774" y="2518"/>
                <a:chExt cx="140" cy="352"/>
              </a:xfrm>
            </p:grpSpPr>
            <p:sp>
              <p:nvSpPr>
                <p:cNvPr id="1078" name="Google Shape;1078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9" name="Google Shape;1079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0" name="Google Shape;1080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1" name="Google Shape;1081;p17"/>
              <p:cNvGrpSpPr/>
              <p:nvPr/>
            </p:nvGrpSpPr>
            <p:grpSpPr>
              <a:xfrm rot="-150097">
                <a:off x="2372" y="2087"/>
                <a:ext cx="140" cy="352"/>
                <a:chOff x="1774" y="2518"/>
                <a:chExt cx="140" cy="352"/>
              </a:xfrm>
            </p:grpSpPr>
            <p:sp>
              <p:nvSpPr>
                <p:cNvPr id="1082" name="Google Shape;1082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3" name="Google Shape;1083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4" name="Google Shape;1084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5" name="Google Shape;1085;p17"/>
              <p:cNvGrpSpPr/>
              <p:nvPr/>
            </p:nvGrpSpPr>
            <p:grpSpPr>
              <a:xfrm rot="-150097">
                <a:off x="2060" y="2096"/>
                <a:ext cx="140" cy="352"/>
                <a:chOff x="1774" y="2518"/>
                <a:chExt cx="140" cy="352"/>
              </a:xfrm>
            </p:grpSpPr>
            <p:sp>
              <p:nvSpPr>
                <p:cNvPr id="1086" name="Google Shape;1086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89" name="Google Shape;1089;p17"/>
              <p:cNvGrpSpPr/>
              <p:nvPr/>
            </p:nvGrpSpPr>
            <p:grpSpPr>
              <a:xfrm rot="-150097">
                <a:off x="3968" y="2053"/>
                <a:ext cx="140" cy="352"/>
                <a:chOff x="1774" y="2518"/>
                <a:chExt cx="140" cy="352"/>
              </a:xfrm>
            </p:grpSpPr>
            <p:sp>
              <p:nvSpPr>
                <p:cNvPr id="1090" name="Google Shape;1090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" name="Google Shape;1091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093" name="Google Shape;1093;p17"/>
              <p:cNvGrpSpPr/>
              <p:nvPr/>
            </p:nvGrpSpPr>
            <p:grpSpPr>
              <a:xfrm rot="-150097">
                <a:off x="2212" y="2090"/>
                <a:ext cx="140" cy="352"/>
                <a:chOff x="1774" y="2518"/>
                <a:chExt cx="140" cy="352"/>
              </a:xfrm>
            </p:grpSpPr>
            <p:sp>
              <p:nvSpPr>
                <p:cNvPr id="1094" name="Google Shape;1094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Google Shape;1096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97" name="Google Shape;1097;p17"/>
            <p:cNvGrpSpPr/>
            <p:nvPr/>
          </p:nvGrpSpPr>
          <p:grpSpPr>
            <a:xfrm rot="10800000">
              <a:off x="0" y="2392"/>
              <a:ext cx="5795" cy="416"/>
              <a:chOff x="0" y="2037"/>
              <a:chExt cx="5793" cy="416"/>
            </a:xfrm>
          </p:grpSpPr>
          <p:grpSp>
            <p:nvGrpSpPr>
              <p:cNvPr id="1098" name="Google Shape;1098;p17"/>
              <p:cNvGrpSpPr/>
              <p:nvPr/>
            </p:nvGrpSpPr>
            <p:grpSpPr>
              <a:xfrm>
                <a:off x="4107" y="2050"/>
                <a:ext cx="1686" cy="371"/>
                <a:chOff x="4107" y="2050"/>
                <a:chExt cx="1686" cy="371"/>
              </a:xfrm>
            </p:grpSpPr>
            <p:sp>
              <p:nvSpPr>
                <p:cNvPr id="1099" name="Google Shape;1099;p17"/>
                <p:cNvSpPr/>
                <p:nvPr/>
              </p:nvSpPr>
              <p:spPr>
                <a:xfrm flipH="1">
                  <a:off x="4909" y="2189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0" name="Google Shape;1100;p17"/>
                <p:cNvSpPr/>
                <p:nvPr/>
              </p:nvSpPr>
              <p:spPr>
                <a:xfrm flipH="1">
                  <a:off x="5049" y="2190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1" name="Google Shape;1101;p17"/>
                <p:cNvSpPr/>
                <p:nvPr/>
              </p:nvSpPr>
              <p:spPr>
                <a:xfrm flipH="1">
                  <a:off x="5189" y="2188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2" name="Google Shape;1102;p17"/>
                <p:cNvSpPr/>
                <p:nvPr/>
              </p:nvSpPr>
              <p:spPr>
                <a:xfrm flipH="1">
                  <a:off x="5287" y="2204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Google Shape;1103;p17"/>
                <p:cNvSpPr/>
                <p:nvPr/>
              </p:nvSpPr>
              <p:spPr>
                <a:xfrm flipH="1">
                  <a:off x="5452" y="2207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Google Shape;1104;p17"/>
                <p:cNvSpPr/>
                <p:nvPr/>
              </p:nvSpPr>
              <p:spPr>
                <a:xfrm flipH="1">
                  <a:off x="5590" y="2203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5" name="Google Shape;1105;p17"/>
                <p:cNvSpPr/>
                <p:nvPr/>
              </p:nvSpPr>
              <p:spPr>
                <a:xfrm flipH="1">
                  <a:off x="4736" y="2194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6" name="Google Shape;1106;p17"/>
                <p:cNvSpPr/>
                <p:nvPr/>
              </p:nvSpPr>
              <p:spPr>
                <a:xfrm flipH="1">
                  <a:off x="4623" y="2199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17"/>
                <p:cNvSpPr/>
                <p:nvPr/>
              </p:nvSpPr>
              <p:spPr>
                <a:xfrm flipH="1">
                  <a:off x="5723" y="2202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17"/>
                <p:cNvSpPr/>
                <p:nvPr/>
              </p:nvSpPr>
              <p:spPr>
                <a:xfrm flipH="1">
                  <a:off x="4475" y="2192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9" name="Google Shape;1109;p17"/>
                <p:cNvSpPr/>
                <p:nvPr/>
              </p:nvSpPr>
              <p:spPr>
                <a:xfrm flipH="1">
                  <a:off x="4177" y="2195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10" name="Google Shape;1110;p17"/>
                <p:cNvSpPr/>
                <p:nvPr/>
              </p:nvSpPr>
              <p:spPr>
                <a:xfrm flipH="1">
                  <a:off x="4329" y="2195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111" name="Google Shape;1111;p17"/>
                <p:cNvGrpSpPr/>
                <p:nvPr/>
              </p:nvGrpSpPr>
              <p:grpSpPr>
                <a:xfrm>
                  <a:off x="4107" y="2050"/>
                  <a:ext cx="1686" cy="368"/>
                  <a:chOff x="4107" y="2050"/>
                  <a:chExt cx="1686" cy="368"/>
                </a:xfrm>
              </p:grpSpPr>
              <p:sp>
                <p:nvSpPr>
                  <p:cNvPr id="1112" name="Google Shape;1112;p17"/>
                  <p:cNvSpPr/>
                  <p:nvPr/>
                </p:nvSpPr>
                <p:spPr>
                  <a:xfrm flipH="1">
                    <a:off x="4877" y="2189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3" name="Google Shape;1113;p17"/>
                  <p:cNvSpPr/>
                  <p:nvPr/>
                </p:nvSpPr>
                <p:spPr>
                  <a:xfrm>
                    <a:off x="4839" y="2051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4" name="Google Shape;1114;p17"/>
                  <p:cNvSpPr/>
                  <p:nvPr/>
                </p:nvSpPr>
                <p:spPr>
                  <a:xfrm flipH="1">
                    <a:off x="5017" y="2190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5" name="Google Shape;1115;p17"/>
                  <p:cNvSpPr/>
                  <p:nvPr/>
                </p:nvSpPr>
                <p:spPr>
                  <a:xfrm>
                    <a:off x="4979" y="2052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6" name="Google Shape;1116;p17"/>
                  <p:cNvSpPr/>
                  <p:nvPr/>
                </p:nvSpPr>
                <p:spPr>
                  <a:xfrm flipH="1">
                    <a:off x="5157" y="2188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7" name="Google Shape;1117;p17"/>
                  <p:cNvSpPr/>
                  <p:nvPr/>
                </p:nvSpPr>
                <p:spPr>
                  <a:xfrm>
                    <a:off x="5119" y="2050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8" name="Google Shape;1118;p17"/>
                  <p:cNvSpPr/>
                  <p:nvPr/>
                </p:nvSpPr>
                <p:spPr>
                  <a:xfrm flipH="1">
                    <a:off x="5319" y="2204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19" name="Google Shape;1119;p17"/>
                  <p:cNvSpPr/>
                  <p:nvPr/>
                </p:nvSpPr>
                <p:spPr>
                  <a:xfrm>
                    <a:off x="5249" y="2066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0" name="Google Shape;1120;p17"/>
                  <p:cNvSpPr/>
                  <p:nvPr/>
                </p:nvSpPr>
                <p:spPr>
                  <a:xfrm flipH="1">
                    <a:off x="5420" y="2207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1" name="Google Shape;1121;p17"/>
                  <p:cNvSpPr/>
                  <p:nvPr/>
                </p:nvSpPr>
                <p:spPr>
                  <a:xfrm>
                    <a:off x="5382" y="2069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2" name="Google Shape;1122;p17"/>
                  <p:cNvSpPr/>
                  <p:nvPr/>
                </p:nvSpPr>
                <p:spPr>
                  <a:xfrm flipH="1">
                    <a:off x="5558" y="2203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3" name="Google Shape;1123;p17"/>
                  <p:cNvSpPr/>
                  <p:nvPr/>
                </p:nvSpPr>
                <p:spPr>
                  <a:xfrm>
                    <a:off x="5520" y="2065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4" name="Google Shape;1124;p17"/>
                  <p:cNvSpPr/>
                  <p:nvPr/>
                </p:nvSpPr>
                <p:spPr>
                  <a:xfrm flipH="1">
                    <a:off x="4768" y="2194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5" name="Google Shape;1125;p17"/>
                  <p:cNvSpPr/>
                  <p:nvPr/>
                </p:nvSpPr>
                <p:spPr>
                  <a:xfrm>
                    <a:off x="4698" y="2056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6" name="Google Shape;1126;p17"/>
                  <p:cNvSpPr/>
                  <p:nvPr/>
                </p:nvSpPr>
                <p:spPr>
                  <a:xfrm flipH="1">
                    <a:off x="4591" y="2199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7" name="Google Shape;1127;p17"/>
                  <p:cNvSpPr/>
                  <p:nvPr/>
                </p:nvSpPr>
                <p:spPr>
                  <a:xfrm>
                    <a:off x="4553" y="2061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8" name="Google Shape;1128;p17"/>
                  <p:cNvSpPr/>
                  <p:nvPr/>
                </p:nvSpPr>
                <p:spPr>
                  <a:xfrm flipH="1">
                    <a:off x="5691" y="2202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9" name="Google Shape;1129;p17"/>
                  <p:cNvSpPr/>
                  <p:nvPr/>
                </p:nvSpPr>
                <p:spPr>
                  <a:xfrm>
                    <a:off x="5653" y="2064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0" name="Google Shape;1130;p17"/>
                  <p:cNvSpPr/>
                  <p:nvPr/>
                </p:nvSpPr>
                <p:spPr>
                  <a:xfrm flipH="1">
                    <a:off x="4443" y="2192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1" name="Google Shape;1131;p17"/>
                  <p:cNvSpPr/>
                  <p:nvPr/>
                </p:nvSpPr>
                <p:spPr>
                  <a:xfrm>
                    <a:off x="4405" y="2054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2" name="Google Shape;1132;p17"/>
                  <p:cNvSpPr/>
                  <p:nvPr/>
                </p:nvSpPr>
                <p:spPr>
                  <a:xfrm flipH="1">
                    <a:off x="4145" y="2195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3" name="Google Shape;1133;p17"/>
                  <p:cNvSpPr/>
                  <p:nvPr/>
                </p:nvSpPr>
                <p:spPr>
                  <a:xfrm>
                    <a:off x="4107" y="2057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4" name="Google Shape;1134;p17"/>
                  <p:cNvSpPr/>
                  <p:nvPr/>
                </p:nvSpPr>
                <p:spPr>
                  <a:xfrm flipH="1">
                    <a:off x="4297" y="2195"/>
                    <a:ext cx="27" cy="210"/>
                  </a:xfrm>
                  <a:custGeom>
                    <a:rect b="b" l="l" r="r" t="t"/>
                    <a:pathLst>
                      <a:path extrusionOk="0" h="318" w="87">
                        <a:moveTo>
                          <a:pt x="29" y="0"/>
                        </a:moveTo>
                        <a:cubicBezTo>
                          <a:pt x="0" y="116"/>
                          <a:pt x="9" y="140"/>
                          <a:pt x="55" y="210"/>
                        </a:cubicBezTo>
                        <a:cubicBezTo>
                          <a:pt x="62" y="247"/>
                          <a:pt x="87" y="280"/>
                          <a:pt x="87" y="318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5" name="Google Shape;1135;p17"/>
                  <p:cNvSpPr/>
                  <p:nvPr/>
                </p:nvSpPr>
                <p:spPr>
                  <a:xfrm>
                    <a:off x="4259" y="2057"/>
                    <a:ext cx="140" cy="141"/>
                  </a:xfrm>
                  <a:prstGeom prst="ellipse">
                    <a:avLst/>
                  </a:prstGeom>
                  <a:gradFill>
                    <a:gsLst>
                      <a:gs pos="0">
                        <a:srgbClr val="FF0000"/>
                      </a:gs>
                      <a:gs pos="100000">
                        <a:srgbClr val="760000"/>
                      </a:gs>
                    </a:gsLst>
                    <a:path path="circle">
                      <a:fillToRect b="50%" l="50%" r="50%" t="50%"/>
                    </a:path>
                    <a:tileRect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1136" name="Google Shape;1136;p17"/>
              <p:cNvGrpSpPr/>
              <p:nvPr/>
            </p:nvGrpSpPr>
            <p:grpSpPr>
              <a:xfrm>
                <a:off x="760" y="2041"/>
                <a:ext cx="140" cy="352"/>
                <a:chOff x="1774" y="2518"/>
                <a:chExt cx="140" cy="352"/>
              </a:xfrm>
            </p:grpSpPr>
            <p:sp>
              <p:nvSpPr>
                <p:cNvPr id="1137" name="Google Shape;113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8" name="Google Shape;113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9" name="Google Shape;113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0" name="Google Shape;1140;p17"/>
              <p:cNvGrpSpPr/>
              <p:nvPr/>
            </p:nvGrpSpPr>
            <p:grpSpPr>
              <a:xfrm>
                <a:off x="900" y="2049"/>
                <a:ext cx="140" cy="352"/>
                <a:chOff x="1774" y="2518"/>
                <a:chExt cx="140" cy="352"/>
              </a:xfrm>
            </p:grpSpPr>
            <p:sp>
              <p:nvSpPr>
                <p:cNvPr id="1141" name="Google Shape;114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2" name="Google Shape;114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3" name="Google Shape;114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4" name="Google Shape;1144;p17"/>
              <p:cNvGrpSpPr/>
              <p:nvPr/>
            </p:nvGrpSpPr>
            <p:grpSpPr>
              <a:xfrm>
                <a:off x="1040" y="2061"/>
                <a:ext cx="140" cy="352"/>
                <a:chOff x="1774" y="2518"/>
                <a:chExt cx="140" cy="352"/>
              </a:xfrm>
            </p:grpSpPr>
            <p:sp>
              <p:nvSpPr>
                <p:cNvPr id="1145" name="Google Shape;114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6" name="Google Shape;114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7" name="Google Shape;114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48" name="Google Shape;1148;p17"/>
              <p:cNvGrpSpPr/>
              <p:nvPr/>
            </p:nvGrpSpPr>
            <p:grpSpPr>
              <a:xfrm>
                <a:off x="1184" y="2077"/>
                <a:ext cx="140" cy="352"/>
                <a:chOff x="1774" y="2518"/>
                <a:chExt cx="140" cy="352"/>
              </a:xfrm>
            </p:grpSpPr>
            <p:sp>
              <p:nvSpPr>
                <p:cNvPr id="1149" name="Google Shape;1149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0" name="Google Shape;1150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1" name="Google Shape;1151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52" name="Google Shape;1152;p17"/>
              <p:cNvGrpSpPr/>
              <p:nvPr/>
            </p:nvGrpSpPr>
            <p:grpSpPr>
              <a:xfrm>
                <a:off x="1324" y="2073"/>
                <a:ext cx="140" cy="352"/>
                <a:chOff x="1774" y="2518"/>
                <a:chExt cx="140" cy="352"/>
              </a:xfrm>
            </p:grpSpPr>
            <p:sp>
              <p:nvSpPr>
                <p:cNvPr id="1153" name="Google Shape;1153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4" name="Google Shape;1154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5" name="Google Shape;1155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56" name="Google Shape;1156;p17"/>
              <p:cNvGrpSpPr/>
              <p:nvPr/>
            </p:nvGrpSpPr>
            <p:grpSpPr>
              <a:xfrm>
                <a:off x="1476" y="2069"/>
                <a:ext cx="140" cy="352"/>
                <a:chOff x="1774" y="2518"/>
                <a:chExt cx="140" cy="352"/>
              </a:xfrm>
            </p:grpSpPr>
            <p:sp>
              <p:nvSpPr>
                <p:cNvPr id="1157" name="Google Shape;115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8" name="Google Shape;115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59" name="Google Shape;115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0" name="Google Shape;1160;p17"/>
              <p:cNvGrpSpPr/>
              <p:nvPr/>
            </p:nvGrpSpPr>
            <p:grpSpPr>
              <a:xfrm>
                <a:off x="612" y="2053"/>
                <a:ext cx="140" cy="352"/>
                <a:chOff x="1774" y="2518"/>
                <a:chExt cx="140" cy="352"/>
              </a:xfrm>
            </p:grpSpPr>
            <p:sp>
              <p:nvSpPr>
                <p:cNvPr id="1161" name="Google Shape;116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2" name="Google Shape;116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3" name="Google Shape;116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4" name="Google Shape;1164;p17"/>
              <p:cNvGrpSpPr/>
              <p:nvPr/>
            </p:nvGrpSpPr>
            <p:grpSpPr>
              <a:xfrm>
                <a:off x="460" y="2065"/>
                <a:ext cx="140" cy="352"/>
                <a:chOff x="1774" y="2518"/>
                <a:chExt cx="140" cy="352"/>
              </a:xfrm>
            </p:grpSpPr>
            <p:sp>
              <p:nvSpPr>
                <p:cNvPr id="1165" name="Google Shape;116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6" name="Google Shape;116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67" name="Google Shape;116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68" name="Google Shape;1168;p17"/>
              <p:cNvGrpSpPr/>
              <p:nvPr/>
            </p:nvGrpSpPr>
            <p:grpSpPr>
              <a:xfrm>
                <a:off x="1616" y="2089"/>
                <a:ext cx="140" cy="352"/>
                <a:chOff x="1774" y="2518"/>
                <a:chExt cx="140" cy="352"/>
              </a:xfrm>
            </p:grpSpPr>
            <p:sp>
              <p:nvSpPr>
                <p:cNvPr id="1169" name="Google Shape;1169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0" name="Google Shape;1170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1" name="Google Shape;1171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72" name="Google Shape;1172;p17"/>
              <p:cNvGrpSpPr/>
              <p:nvPr/>
            </p:nvGrpSpPr>
            <p:grpSpPr>
              <a:xfrm>
                <a:off x="1764" y="2089"/>
                <a:ext cx="140" cy="352"/>
                <a:chOff x="1774" y="2518"/>
                <a:chExt cx="140" cy="352"/>
              </a:xfrm>
            </p:grpSpPr>
            <p:sp>
              <p:nvSpPr>
                <p:cNvPr id="1173" name="Google Shape;1173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4" name="Google Shape;1174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5" name="Google Shape;1175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76" name="Google Shape;1176;p17"/>
              <p:cNvGrpSpPr/>
              <p:nvPr/>
            </p:nvGrpSpPr>
            <p:grpSpPr>
              <a:xfrm>
                <a:off x="312" y="2065"/>
                <a:ext cx="140" cy="352"/>
                <a:chOff x="1774" y="2518"/>
                <a:chExt cx="140" cy="352"/>
              </a:xfrm>
            </p:grpSpPr>
            <p:sp>
              <p:nvSpPr>
                <p:cNvPr id="1177" name="Google Shape;117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8" name="Google Shape;117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79" name="Google Shape;117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0" name="Google Shape;1180;p17"/>
              <p:cNvGrpSpPr/>
              <p:nvPr/>
            </p:nvGrpSpPr>
            <p:grpSpPr>
              <a:xfrm>
                <a:off x="0" y="2061"/>
                <a:ext cx="140" cy="352"/>
                <a:chOff x="1774" y="2518"/>
                <a:chExt cx="140" cy="352"/>
              </a:xfrm>
            </p:grpSpPr>
            <p:sp>
              <p:nvSpPr>
                <p:cNvPr id="1181" name="Google Shape;118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2" name="Google Shape;118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3" name="Google Shape;118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4" name="Google Shape;1184;p17"/>
              <p:cNvGrpSpPr/>
              <p:nvPr/>
            </p:nvGrpSpPr>
            <p:grpSpPr>
              <a:xfrm>
                <a:off x="1908" y="2101"/>
                <a:ext cx="140" cy="352"/>
                <a:chOff x="1774" y="2518"/>
                <a:chExt cx="140" cy="352"/>
              </a:xfrm>
            </p:grpSpPr>
            <p:sp>
              <p:nvSpPr>
                <p:cNvPr id="1185" name="Google Shape;118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6" name="Google Shape;118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87" name="Google Shape;118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88" name="Google Shape;1188;p17"/>
              <p:cNvGrpSpPr/>
              <p:nvPr/>
            </p:nvGrpSpPr>
            <p:grpSpPr>
              <a:xfrm>
                <a:off x="152" y="2061"/>
                <a:ext cx="140" cy="352"/>
                <a:chOff x="1774" y="2518"/>
                <a:chExt cx="140" cy="352"/>
              </a:xfrm>
            </p:grpSpPr>
            <p:sp>
              <p:nvSpPr>
                <p:cNvPr id="1189" name="Google Shape;1189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0" name="Google Shape;1190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1" name="Google Shape;1191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2" name="Google Shape;1192;p17"/>
              <p:cNvGrpSpPr/>
              <p:nvPr/>
            </p:nvGrpSpPr>
            <p:grpSpPr>
              <a:xfrm rot="-150097">
                <a:off x="2818" y="2043"/>
                <a:ext cx="140" cy="352"/>
                <a:chOff x="1774" y="2518"/>
                <a:chExt cx="140" cy="352"/>
              </a:xfrm>
            </p:grpSpPr>
            <p:sp>
              <p:nvSpPr>
                <p:cNvPr id="1193" name="Google Shape;1193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4" name="Google Shape;1194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5" name="Google Shape;1195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196" name="Google Shape;1196;p17"/>
              <p:cNvGrpSpPr/>
              <p:nvPr/>
            </p:nvGrpSpPr>
            <p:grpSpPr>
              <a:xfrm rot="-150097">
                <a:off x="2959" y="2045"/>
                <a:ext cx="140" cy="352"/>
                <a:chOff x="1774" y="2518"/>
                <a:chExt cx="140" cy="352"/>
              </a:xfrm>
            </p:grpSpPr>
            <p:sp>
              <p:nvSpPr>
                <p:cNvPr id="1197" name="Google Shape;119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8" name="Google Shape;119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9" name="Google Shape;119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0" name="Google Shape;1200;p17"/>
              <p:cNvGrpSpPr/>
              <p:nvPr/>
            </p:nvGrpSpPr>
            <p:grpSpPr>
              <a:xfrm rot="-150097">
                <a:off x="3099" y="2051"/>
                <a:ext cx="140" cy="352"/>
                <a:chOff x="1774" y="2518"/>
                <a:chExt cx="140" cy="352"/>
              </a:xfrm>
            </p:grpSpPr>
            <p:sp>
              <p:nvSpPr>
                <p:cNvPr id="1201" name="Google Shape;120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2" name="Google Shape;120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3" name="Google Shape;120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4" name="Google Shape;1204;p17"/>
              <p:cNvGrpSpPr/>
              <p:nvPr/>
            </p:nvGrpSpPr>
            <p:grpSpPr>
              <a:xfrm rot="-150097">
                <a:off x="3244" y="2060"/>
                <a:ext cx="140" cy="352"/>
                <a:chOff x="1774" y="2518"/>
                <a:chExt cx="140" cy="352"/>
              </a:xfrm>
            </p:grpSpPr>
            <p:sp>
              <p:nvSpPr>
                <p:cNvPr id="1205" name="Google Shape;120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6" name="Google Shape;120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7" name="Google Shape;120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08" name="Google Shape;1208;p17"/>
              <p:cNvGrpSpPr/>
              <p:nvPr/>
            </p:nvGrpSpPr>
            <p:grpSpPr>
              <a:xfrm rot="-150097">
                <a:off x="3383" y="2050"/>
                <a:ext cx="140" cy="352"/>
                <a:chOff x="1774" y="2518"/>
                <a:chExt cx="140" cy="352"/>
              </a:xfrm>
            </p:grpSpPr>
            <p:sp>
              <p:nvSpPr>
                <p:cNvPr id="1209" name="Google Shape;1209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0" name="Google Shape;1210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1" name="Google Shape;1211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2" name="Google Shape;1212;p17"/>
              <p:cNvGrpSpPr/>
              <p:nvPr/>
            </p:nvGrpSpPr>
            <p:grpSpPr>
              <a:xfrm rot="-150097">
                <a:off x="3535" y="2040"/>
                <a:ext cx="140" cy="352"/>
                <a:chOff x="1774" y="2518"/>
                <a:chExt cx="140" cy="352"/>
              </a:xfrm>
            </p:grpSpPr>
            <p:sp>
              <p:nvSpPr>
                <p:cNvPr id="1213" name="Google Shape;1213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4" name="Google Shape;1214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5" name="Google Shape;1215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16" name="Google Shape;1216;p17"/>
              <p:cNvGrpSpPr/>
              <p:nvPr/>
            </p:nvGrpSpPr>
            <p:grpSpPr>
              <a:xfrm rot="-150097">
                <a:off x="2671" y="2061"/>
                <a:ext cx="140" cy="352"/>
                <a:chOff x="1774" y="2518"/>
                <a:chExt cx="140" cy="352"/>
              </a:xfrm>
            </p:grpSpPr>
            <p:sp>
              <p:nvSpPr>
                <p:cNvPr id="1217" name="Google Shape;121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1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9" name="Google Shape;121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20" name="Google Shape;1220;p17"/>
              <p:cNvGrpSpPr/>
              <p:nvPr/>
            </p:nvGrpSpPr>
            <p:grpSpPr>
              <a:xfrm rot="-150097">
                <a:off x="2520" y="2080"/>
                <a:ext cx="140" cy="352"/>
                <a:chOff x="1774" y="2518"/>
                <a:chExt cx="140" cy="352"/>
              </a:xfrm>
            </p:grpSpPr>
            <p:sp>
              <p:nvSpPr>
                <p:cNvPr id="1221" name="Google Shape;122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2" name="Google Shape;122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3" name="Google Shape;122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24" name="Google Shape;1224;p17"/>
              <p:cNvGrpSpPr/>
              <p:nvPr/>
            </p:nvGrpSpPr>
            <p:grpSpPr>
              <a:xfrm rot="-150097">
                <a:off x="3676" y="2054"/>
                <a:ext cx="140" cy="352"/>
                <a:chOff x="1774" y="2518"/>
                <a:chExt cx="140" cy="352"/>
              </a:xfrm>
            </p:grpSpPr>
            <p:sp>
              <p:nvSpPr>
                <p:cNvPr id="1225" name="Google Shape;122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6" name="Google Shape;122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27" name="Google Shape;122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28" name="Google Shape;1228;p17"/>
              <p:cNvGrpSpPr/>
              <p:nvPr/>
            </p:nvGrpSpPr>
            <p:grpSpPr>
              <a:xfrm rot="-150097">
                <a:off x="3824" y="2047"/>
                <a:ext cx="140" cy="352"/>
                <a:chOff x="1774" y="2518"/>
                <a:chExt cx="140" cy="352"/>
              </a:xfrm>
            </p:grpSpPr>
            <p:sp>
              <p:nvSpPr>
                <p:cNvPr id="1229" name="Google Shape;1229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0" name="Google Shape;1230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1" name="Google Shape;1231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2" name="Google Shape;1232;p17"/>
              <p:cNvGrpSpPr/>
              <p:nvPr/>
            </p:nvGrpSpPr>
            <p:grpSpPr>
              <a:xfrm rot="-150097">
                <a:off x="2372" y="2087"/>
                <a:ext cx="140" cy="352"/>
                <a:chOff x="1774" y="2518"/>
                <a:chExt cx="140" cy="352"/>
              </a:xfrm>
            </p:grpSpPr>
            <p:sp>
              <p:nvSpPr>
                <p:cNvPr id="1233" name="Google Shape;1233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4" name="Google Shape;1234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5" name="Google Shape;1235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36" name="Google Shape;1236;p17"/>
              <p:cNvGrpSpPr/>
              <p:nvPr/>
            </p:nvGrpSpPr>
            <p:grpSpPr>
              <a:xfrm rot="-150097">
                <a:off x="2060" y="2096"/>
                <a:ext cx="140" cy="352"/>
                <a:chOff x="1774" y="2518"/>
                <a:chExt cx="140" cy="352"/>
              </a:xfrm>
            </p:grpSpPr>
            <p:sp>
              <p:nvSpPr>
                <p:cNvPr id="1237" name="Google Shape;1237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8" name="Google Shape;1238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9" name="Google Shape;1239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0" name="Google Shape;1240;p17"/>
              <p:cNvGrpSpPr/>
              <p:nvPr/>
            </p:nvGrpSpPr>
            <p:grpSpPr>
              <a:xfrm rot="-150097">
                <a:off x="3968" y="2053"/>
                <a:ext cx="140" cy="352"/>
                <a:chOff x="1774" y="2518"/>
                <a:chExt cx="140" cy="352"/>
              </a:xfrm>
            </p:grpSpPr>
            <p:sp>
              <p:nvSpPr>
                <p:cNvPr id="1241" name="Google Shape;1241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2" name="Google Shape;1242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3" name="Google Shape;1243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4" name="Google Shape;1244;p17"/>
              <p:cNvGrpSpPr/>
              <p:nvPr/>
            </p:nvGrpSpPr>
            <p:grpSpPr>
              <a:xfrm rot="-150097">
                <a:off x="2212" y="2090"/>
                <a:ext cx="140" cy="352"/>
                <a:chOff x="1774" y="2518"/>
                <a:chExt cx="140" cy="352"/>
              </a:xfrm>
            </p:grpSpPr>
            <p:sp>
              <p:nvSpPr>
                <p:cNvPr id="1245" name="Google Shape;1245;p17"/>
                <p:cNvSpPr/>
                <p:nvPr/>
              </p:nvSpPr>
              <p:spPr>
                <a:xfrm flipH="1">
                  <a:off x="1844" y="2656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6" name="Google Shape;1246;p17"/>
                <p:cNvSpPr/>
                <p:nvPr/>
              </p:nvSpPr>
              <p:spPr>
                <a:xfrm flipH="1">
                  <a:off x="1812" y="2656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47" name="Google Shape;1247;p17"/>
                <p:cNvSpPr/>
                <p:nvPr/>
              </p:nvSpPr>
              <p:spPr>
                <a:xfrm>
                  <a:off x="1774" y="2518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1248" name="Google Shape;1248;p17"/>
          <p:cNvSpPr txBox="1"/>
          <p:nvPr/>
        </p:nvSpPr>
        <p:spPr>
          <a:xfrm>
            <a:off x="2943225" y="6032500"/>
            <a:ext cx="27209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hydrophillic heads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17"/>
          <p:cNvSpPr txBox="1"/>
          <p:nvPr/>
        </p:nvSpPr>
        <p:spPr>
          <a:xfrm>
            <a:off x="3017838" y="3395663"/>
            <a:ext cx="27209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hydrophillic heads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17"/>
          <p:cNvSpPr txBox="1"/>
          <p:nvPr/>
        </p:nvSpPr>
        <p:spPr>
          <a:xfrm>
            <a:off x="3128963" y="4724400"/>
            <a:ext cx="27209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hydrophobic tails</a:t>
            </a:r>
            <a:endParaRPr b="1" sz="180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1" name="Google Shape;1251;p17"/>
          <p:cNvGrpSpPr/>
          <p:nvPr/>
        </p:nvGrpSpPr>
        <p:grpSpPr>
          <a:xfrm>
            <a:off x="3624263" y="3757613"/>
            <a:ext cx="931862" cy="579437"/>
            <a:chOff x="2283" y="2367"/>
            <a:chExt cx="587" cy="365"/>
          </a:xfrm>
        </p:grpSpPr>
        <p:cxnSp>
          <p:nvCxnSpPr>
            <p:cNvPr id="1252" name="Google Shape;1252;p17"/>
            <p:cNvCxnSpPr/>
            <p:nvPr/>
          </p:nvCxnSpPr>
          <p:spPr>
            <a:xfrm flipH="1">
              <a:off x="2283" y="2374"/>
              <a:ext cx="344" cy="33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3" name="Google Shape;1253;p17"/>
            <p:cNvCxnSpPr/>
            <p:nvPr/>
          </p:nvCxnSpPr>
          <p:spPr>
            <a:xfrm flipH="1">
              <a:off x="2599" y="2388"/>
              <a:ext cx="21" cy="33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4" name="Google Shape;1254;p17"/>
            <p:cNvCxnSpPr/>
            <p:nvPr/>
          </p:nvCxnSpPr>
          <p:spPr>
            <a:xfrm flipH="1">
              <a:off x="2465" y="2367"/>
              <a:ext cx="162" cy="365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5" name="Google Shape;1255;p17"/>
            <p:cNvCxnSpPr/>
            <p:nvPr/>
          </p:nvCxnSpPr>
          <p:spPr>
            <a:xfrm>
              <a:off x="2632" y="2379"/>
              <a:ext cx="98" cy="344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6" name="Google Shape;1256;p17"/>
            <p:cNvCxnSpPr/>
            <p:nvPr/>
          </p:nvCxnSpPr>
          <p:spPr>
            <a:xfrm>
              <a:off x="2631" y="2372"/>
              <a:ext cx="239" cy="33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257" name="Google Shape;1257;p17"/>
          <p:cNvGrpSpPr/>
          <p:nvPr/>
        </p:nvGrpSpPr>
        <p:grpSpPr>
          <a:xfrm rot="10800000">
            <a:off x="3509963" y="5492750"/>
            <a:ext cx="931862" cy="579438"/>
            <a:chOff x="2283" y="2367"/>
            <a:chExt cx="587" cy="365"/>
          </a:xfrm>
        </p:grpSpPr>
        <p:cxnSp>
          <p:nvCxnSpPr>
            <p:cNvPr id="1258" name="Google Shape;1258;p17"/>
            <p:cNvCxnSpPr/>
            <p:nvPr/>
          </p:nvCxnSpPr>
          <p:spPr>
            <a:xfrm flipH="1">
              <a:off x="2283" y="2374"/>
              <a:ext cx="344" cy="33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59" name="Google Shape;1259;p17"/>
            <p:cNvCxnSpPr/>
            <p:nvPr/>
          </p:nvCxnSpPr>
          <p:spPr>
            <a:xfrm flipH="1">
              <a:off x="2599" y="2388"/>
              <a:ext cx="21" cy="33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0" name="Google Shape;1260;p17"/>
            <p:cNvCxnSpPr/>
            <p:nvPr/>
          </p:nvCxnSpPr>
          <p:spPr>
            <a:xfrm flipH="1">
              <a:off x="2465" y="2367"/>
              <a:ext cx="162" cy="365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1" name="Google Shape;1261;p17"/>
            <p:cNvCxnSpPr/>
            <p:nvPr/>
          </p:nvCxnSpPr>
          <p:spPr>
            <a:xfrm>
              <a:off x="2632" y="2379"/>
              <a:ext cx="98" cy="344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2" name="Google Shape;1262;p17"/>
            <p:cNvCxnSpPr/>
            <p:nvPr/>
          </p:nvCxnSpPr>
          <p:spPr>
            <a:xfrm>
              <a:off x="2631" y="2372"/>
              <a:ext cx="239" cy="33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Cell Membrane</a:t>
            </a:r>
            <a:endParaRPr sz="4000"/>
          </a:p>
        </p:txBody>
      </p:sp>
      <p:sp>
        <p:nvSpPr>
          <p:cNvPr id="1268" name="Google Shape;1268;p18"/>
          <p:cNvSpPr txBox="1"/>
          <p:nvPr>
            <p:ph idx="1" type="body"/>
          </p:nvPr>
        </p:nvSpPr>
        <p:spPr>
          <a:xfrm>
            <a:off x="228600" y="1366838"/>
            <a:ext cx="8753475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Other phospholipid bilayer membrane components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cholesterol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sphingolipids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Membrane proteins</a:t>
            </a:r>
            <a:endParaRPr/>
          </a:p>
          <a:p>
            <a:pPr indent="-533400" lvl="1" marL="9906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Glycoconjugates</a:t>
            </a:r>
            <a:endParaRPr/>
          </a:p>
        </p:txBody>
      </p:sp>
      <p:sp>
        <p:nvSpPr>
          <p:cNvPr id="1269" name="Google Shape;1269;p18"/>
          <p:cNvSpPr txBox="1"/>
          <p:nvPr/>
        </p:nvSpPr>
        <p:spPr>
          <a:xfrm>
            <a:off x="8486775" y="4381500"/>
            <a:ext cx="657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ECF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18"/>
          <p:cNvSpPr txBox="1"/>
          <p:nvPr/>
        </p:nvSpPr>
        <p:spPr>
          <a:xfrm>
            <a:off x="8485188" y="5918200"/>
            <a:ext cx="658812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ICF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1" name="Google Shape;1271;p18"/>
          <p:cNvGrpSpPr/>
          <p:nvPr/>
        </p:nvGrpSpPr>
        <p:grpSpPr>
          <a:xfrm>
            <a:off x="6519863" y="4721225"/>
            <a:ext cx="2676525" cy="588963"/>
            <a:chOff x="4107" y="2050"/>
            <a:chExt cx="1686" cy="371"/>
          </a:xfrm>
        </p:grpSpPr>
        <p:sp>
          <p:nvSpPr>
            <p:cNvPr id="1272" name="Google Shape;1272;p18"/>
            <p:cNvSpPr/>
            <p:nvPr/>
          </p:nvSpPr>
          <p:spPr>
            <a:xfrm flipH="1">
              <a:off x="4909" y="2189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8"/>
            <p:cNvSpPr/>
            <p:nvPr/>
          </p:nvSpPr>
          <p:spPr>
            <a:xfrm flipH="1">
              <a:off x="5049" y="2190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8"/>
            <p:cNvSpPr/>
            <p:nvPr/>
          </p:nvSpPr>
          <p:spPr>
            <a:xfrm flipH="1">
              <a:off x="5189" y="2188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8"/>
            <p:cNvSpPr/>
            <p:nvPr/>
          </p:nvSpPr>
          <p:spPr>
            <a:xfrm flipH="1">
              <a:off x="5287" y="2204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8"/>
            <p:cNvSpPr/>
            <p:nvPr/>
          </p:nvSpPr>
          <p:spPr>
            <a:xfrm flipH="1">
              <a:off x="5452" y="2207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8"/>
            <p:cNvSpPr/>
            <p:nvPr/>
          </p:nvSpPr>
          <p:spPr>
            <a:xfrm flipH="1">
              <a:off x="5590" y="2203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8"/>
            <p:cNvSpPr/>
            <p:nvPr/>
          </p:nvSpPr>
          <p:spPr>
            <a:xfrm flipH="1">
              <a:off x="4736" y="2194"/>
              <a:ext cx="27" cy="210"/>
            </a:xfrm>
            <a:custGeom>
              <a:rect b="b" l="l" r="r" t="t"/>
              <a:pathLst>
                <a:path extrusionOk="0" h="318" w="87">
                  <a:moveTo>
                    <a:pt x="29" y="0"/>
                  </a:moveTo>
                  <a:cubicBezTo>
                    <a:pt x="0" y="116"/>
                    <a:pt x="9" y="140"/>
                    <a:pt x="55" y="210"/>
                  </a:cubicBezTo>
                  <a:cubicBezTo>
                    <a:pt x="62" y="247"/>
                    <a:pt x="87" y="280"/>
                    <a:pt x="87" y="318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8"/>
            <p:cNvSpPr/>
            <p:nvPr/>
          </p:nvSpPr>
          <p:spPr>
            <a:xfrm flipH="1">
              <a:off x="4623" y="2199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8"/>
            <p:cNvSpPr/>
            <p:nvPr/>
          </p:nvSpPr>
          <p:spPr>
            <a:xfrm flipH="1">
              <a:off x="5723" y="2202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8"/>
            <p:cNvSpPr/>
            <p:nvPr/>
          </p:nvSpPr>
          <p:spPr>
            <a:xfrm flipH="1">
              <a:off x="4475" y="2192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8"/>
            <p:cNvSpPr/>
            <p:nvPr/>
          </p:nvSpPr>
          <p:spPr>
            <a:xfrm flipH="1">
              <a:off x="4177" y="2195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8"/>
            <p:cNvSpPr/>
            <p:nvPr/>
          </p:nvSpPr>
          <p:spPr>
            <a:xfrm flipH="1">
              <a:off x="4329" y="2195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4" name="Google Shape;1284;p18"/>
            <p:cNvGrpSpPr/>
            <p:nvPr/>
          </p:nvGrpSpPr>
          <p:grpSpPr>
            <a:xfrm>
              <a:off x="4107" y="2050"/>
              <a:ext cx="1686" cy="368"/>
              <a:chOff x="4107" y="2050"/>
              <a:chExt cx="1686" cy="368"/>
            </a:xfrm>
          </p:grpSpPr>
          <p:sp>
            <p:nvSpPr>
              <p:cNvPr id="1285" name="Google Shape;1285;p18"/>
              <p:cNvSpPr/>
              <p:nvPr/>
            </p:nvSpPr>
            <p:spPr>
              <a:xfrm flipH="1">
                <a:off x="4877" y="2189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18"/>
              <p:cNvSpPr/>
              <p:nvPr/>
            </p:nvSpPr>
            <p:spPr>
              <a:xfrm>
                <a:off x="4839" y="2051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18"/>
              <p:cNvSpPr/>
              <p:nvPr/>
            </p:nvSpPr>
            <p:spPr>
              <a:xfrm flipH="1">
                <a:off x="5017" y="2190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18"/>
              <p:cNvSpPr/>
              <p:nvPr/>
            </p:nvSpPr>
            <p:spPr>
              <a:xfrm>
                <a:off x="4979" y="2052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8"/>
              <p:cNvSpPr/>
              <p:nvPr/>
            </p:nvSpPr>
            <p:spPr>
              <a:xfrm flipH="1">
                <a:off x="5157" y="2188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8"/>
              <p:cNvSpPr/>
              <p:nvPr/>
            </p:nvSpPr>
            <p:spPr>
              <a:xfrm>
                <a:off x="5119" y="2050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8"/>
              <p:cNvSpPr/>
              <p:nvPr/>
            </p:nvSpPr>
            <p:spPr>
              <a:xfrm flipH="1">
                <a:off x="5319" y="2204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8"/>
              <p:cNvSpPr/>
              <p:nvPr/>
            </p:nvSpPr>
            <p:spPr>
              <a:xfrm>
                <a:off x="5249" y="2066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8"/>
              <p:cNvSpPr/>
              <p:nvPr/>
            </p:nvSpPr>
            <p:spPr>
              <a:xfrm flipH="1">
                <a:off x="5420" y="2207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8"/>
              <p:cNvSpPr/>
              <p:nvPr/>
            </p:nvSpPr>
            <p:spPr>
              <a:xfrm>
                <a:off x="5382" y="2069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8"/>
              <p:cNvSpPr/>
              <p:nvPr/>
            </p:nvSpPr>
            <p:spPr>
              <a:xfrm flipH="1">
                <a:off x="5558" y="2203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8"/>
              <p:cNvSpPr/>
              <p:nvPr/>
            </p:nvSpPr>
            <p:spPr>
              <a:xfrm>
                <a:off x="5520" y="2065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8"/>
              <p:cNvSpPr/>
              <p:nvPr/>
            </p:nvSpPr>
            <p:spPr>
              <a:xfrm flipH="1">
                <a:off x="4768" y="2194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8"/>
              <p:cNvSpPr/>
              <p:nvPr/>
            </p:nvSpPr>
            <p:spPr>
              <a:xfrm>
                <a:off x="4698" y="2056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8"/>
              <p:cNvSpPr/>
              <p:nvPr/>
            </p:nvSpPr>
            <p:spPr>
              <a:xfrm flipH="1">
                <a:off x="4591" y="2199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8"/>
              <p:cNvSpPr/>
              <p:nvPr/>
            </p:nvSpPr>
            <p:spPr>
              <a:xfrm>
                <a:off x="4553" y="2061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8"/>
              <p:cNvSpPr/>
              <p:nvPr/>
            </p:nvSpPr>
            <p:spPr>
              <a:xfrm flipH="1">
                <a:off x="5691" y="2202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8"/>
              <p:cNvSpPr/>
              <p:nvPr/>
            </p:nvSpPr>
            <p:spPr>
              <a:xfrm>
                <a:off x="5653" y="2064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8"/>
              <p:cNvSpPr/>
              <p:nvPr/>
            </p:nvSpPr>
            <p:spPr>
              <a:xfrm flipH="1">
                <a:off x="4443" y="2192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8"/>
              <p:cNvSpPr/>
              <p:nvPr/>
            </p:nvSpPr>
            <p:spPr>
              <a:xfrm>
                <a:off x="4405" y="2054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8"/>
              <p:cNvSpPr/>
              <p:nvPr/>
            </p:nvSpPr>
            <p:spPr>
              <a:xfrm flipH="1">
                <a:off x="4145" y="2195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8"/>
              <p:cNvSpPr/>
              <p:nvPr/>
            </p:nvSpPr>
            <p:spPr>
              <a:xfrm>
                <a:off x="4107" y="2057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8"/>
              <p:cNvSpPr/>
              <p:nvPr/>
            </p:nvSpPr>
            <p:spPr>
              <a:xfrm flipH="1">
                <a:off x="4297" y="2195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8"/>
              <p:cNvSpPr/>
              <p:nvPr/>
            </p:nvSpPr>
            <p:spPr>
              <a:xfrm>
                <a:off x="4259" y="2057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9" name="Google Shape;1309;p18"/>
          <p:cNvGrpSpPr/>
          <p:nvPr/>
        </p:nvGrpSpPr>
        <p:grpSpPr>
          <a:xfrm>
            <a:off x="4461486" y="4700766"/>
            <a:ext cx="2072053" cy="599718"/>
            <a:chOff x="2810" y="2961"/>
            <a:chExt cx="1305" cy="378"/>
          </a:xfrm>
        </p:grpSpPr>
        <p:grpSp>
          <p:nvGrpSpPr>
            <p:cNvPr id="1310" name="Google Shape;1310;p18"/>
            <p:cNvGrpSpPr/>
            <p:nvPr/>
          </p:nvGrpSpPr>
          <p:grpSpPr>
            <a:xfrm rot="-150097">
              <a:off x="2818" y="2967"/>
              <a:ext cx="140" cy="352"/>
              <a:chOff x="1774" y="2518"/>
              <a:chExt cx="140" cy="352"/>
            </a:xfrm>
          </p:grpSpPr>
          <p:sp>
            <p:nvSpPr>
              <p:cNvPr id="1311" name="Google Shape;131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4" name="Google Shape;1314;p18"/>
            <p:cNvGrpSpPr/>
            <p:nvPr/>
          </p:nvGrpSpPr>
          <p:grpSpPr>
            <a:xfrm rot="-150097">
              <a:off x="2959" y="2969"/>
              <a:ext cx="140" cy="352"/>
              <a:chOff x="1774" y="2518"/>
              <a:chExt cx="140" cy="352"/>
            </a:xfrm>
          </p:grpSpPr>
          <p:sp>
            <p:nvSpPr>
              <p:cNvPr id="1315" name="Google Shape;131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7" name="Google Shape;131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18" name="Google Shape;1318;p18"/>
            <p:cNvGrpSpPr/>
            <p:nvPr/>
          </p:nvGrpSpPr>
          <p:grpSpPr>
            <a:xfrm rot="-150097">
              <a:off x="3099" y="2975"/>
              <a:ext cx="140" cy="352"/>
              <a:chOff x="1774" y="2518"/>
              <a:chExt cx="140" cy="352"/>
            </a:xfrm>
          </p:grpSpPr>
          <p:sp>
            <p:nvSpPr>
              <p:cNvPr id="1319" name="Google Shape;131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0" name="Google Shape;132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1" name="Google Shape;132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2" name="Google Shape;1322;p18"/>
            <p:cNvGrpSpPr/>
            <p:nvPr/>
          </p:nvGrpSpPr>
          <p:grpSpPr>
            <a:xfrm rot="-150097">
              <a:off x="3244" y="2984"/>
              <a:ext cx="140" cy="352"/>
              <a:chOff x="1774" y="2518"/>
              <a:chExt cx="140" cy="352"/>
            </a:xfrm>
          </p:grpSpPr>
          <p:sp>
            <p:nvSpPr>
              <p:cNvPr id="1323" name="Google Shape;132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5" name="Google Shape;132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26" name="Google Shape;1326;p18"/>
            <p:cNvGrpSpPr/>
            <p:nvPr/>
          </p:nvGrpSpPr>
          <p:grpSpPr>
            <a:xfrm rot="-150097">
              <a:off x="3383" y="2974"/>
              <a:ext cx="140" cy="352"/>
              <a:chOff x="1774" y="2518"/>
              <a:chExt cx="140" cy="352"/>
            </a:xfrm>
          </p:grpSpPr>
          <p:sp>
            <p:nvSpPr>
              <p:cNvPr id="1327" name="Google Shape;132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9" name="Google Shape;132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0" name="Google Shape;1330;p18"/>
            <p:cNvGrpSpPr/>
            <p:nvPr/>
          </p:nvGrpSpPr>
          <p:grpSpPr>
            <a:xfrm rot="-150097">
              <a:off x="3535" y="2964"/>
              <a:ext cx="140" cy="352"/>
              <a:chOff x="1774" y="2518"/>
              <a:chExt cx="140" cy="352"/>
            </a:xfrm>
          </p:grpSpPr>
          <p:sp>
            <p:nvSpPr>
              <p:cNvPr id="1331" name="Google Shape;133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2" name="Google Shape;133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3" name="Google Shape;133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4" name="Google Shape;1334;p18"/>
            <p:cNvGrpSpPr/>
            <p:nvPr/>
          </p:nvGrpSpPr>
          <p:grpSpPr>
            <a:xfrm rot="-150097">
              <a:off x="3676" y="2978"/>
              <a:ext cx="140" cy="352"/>
              <a:chOff x="1774" y="2518"/>
              <a:chExt cx="140" cy="352"/>
            </a:xfrm>
          </p:grpSpPr>
          <p:sp>
            <p:nvSpPr>
              <p:cNvPr id="1335" name="Google Shape;133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6" name="Google Shape;133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18"/>
            <p:cNvGrpSpPr/>
            <p:nvPr/>
          </p:nvGrpSpPr>
          <p:grpSpPr>
            <a:xfrm rot="-150097">
              <a:off x="3824" y="2971"/>
              <a:ext cx="140" cy="352"/>
              <a:chOff x="1774" y="2518"/>
              <a:chExt cx="140" cy="352"/>
            </a:xfrm>
          </p:grpSpPr>
          <p:sp>
            <p:nvSpPr>
              <p:cNvPr id="1339" name="Google Shape;133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1" name="Google Shape;134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2" name="Google Shape;1342;p18"/>
            <p:cNvGrpSpPr/>
            <p:nvPr/>
          </p:nvGrpSpPr>
          <p:grpSpPr>
            <a:xfrm rot="-150097">
              <a:off x="3968" y="2977"/>
              <a:ext cx="140" cy="352"/>
              <a:chOff x="1774" y="2518"/>
              <a:chExt cx="140" cy="352"/>
            </a:xfrm>
          </p:grpSpPr>
          <p:sp>
            <p:nvSpPr>
              <p:cNvPr id="1343" name="Google Shape;134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46" name="Google Shape;1346;p18"/>
          <p:cNvGrpSpPr/>
          <p:nvPr/>
        </p:nvGrpSpPr>
        <p:grpSpPr>
          <a:xfrm>
            <a:off x="0" y="4706938"/>
            <a:ext cx="4474552" cy="654050"/>
            <a:chOff x="0" y="2965"/>
            <a:chExt cx="2819" cy="412"/>
          </a:xfrm>
        </p:grpSpPr>
        <p:grpSp>
          <p:nvGrpSpPr>
            <p:cNvPr id="1347" name="Google Shape;1347;p18"/>
            <p:cNvGrpSpPr/>
            <p:nvPr/>
          </p:nvGrpSpPr>
          <p:grpSpPr>
            <a:xfrm>
              <a:off x="760" y="2965"/>
              <a:ext cx="140" cy="352"/>
              <a:chOff x="1774" y="2518"/>
              <a:chExt cx="140" cy="352"/>
            </a:xfrm>
          </p:grpSpPr>
          <p:sp>
            <p:nvSpPr>
              <p:cNvPr id="1348" name="Google Shape;1348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9" name="Google Shape;1349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1" name="Google Shape;1351;p18"/>
            <p:cNvGrpSpPr/>
            <p:nvPr/>
          </p:nvGrpSpPr>
          <p:grpSpPr>
            <a:xfrm>
              <a:off x="900" y="2973"/>
              <a:ext cx="140" cy="352"/>
              <a:chOff x="1774" y="2518"/>
              <a:chExt cx="140" cy="352"/>
            </a:xfrm>
          </p:grpSpPr>
          <p:sp>
            <p:nvSpPr>
              <p:cNvPr id="1352" name="Google Shape;1352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3" name="Google Shape;1353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4" name="Google Shape;1354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5" name="Google Shape;1355;p18"/>
            <p:cNvGrpSpPr/>
            <p:nvPr/>
          </p:nvGrpSpPr>
          <p:grpSpPr>
            <a:xfrm>
              <a:off x="1040" y="2985"/>
              <a:ext cx="140" cy="352"/>
              <a:chOff x="1774" y="2518"/>
              <a:chExt cx="140" cy="352"/>
            </a:xfrm>
          </p:grpSpPr>
          <p:sp>
            <p:nvSpPr>
              <p:cNvPr id="1356" name="Google Shape;1356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8" name="Google Shape;1358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9" name="Google Shape;1359;p18"/>
            <p:cNvGrpSpPr/>
            <p:nvPr/>
          </p:nvGrpSpPr>
          <p:grpSpPr>
            <a:xfrm>
              <a:off x="1184" y="3001"/>
              <a:ext cx="140" cy="352"/>
              <a:chOff x="1774" y="2518"/>
              <a:chExt cx="140" cy="352"/>
            </a:xfrm>
          </p:grpSpPr>
          <p:sp>
            <p:nvSpPr>
              <p:cNvPr id="1360" name="Google Shape;1360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3" name="Google Shape;1363;p18"/>
            <p:cNvGrpSpPr/>
            <p:nvPr/>
          </p:nvGrpSpPr>
          <p:grpSpPr>
            <a:xfrm>
              <a:off x="1324" y="2997"/>
              <a:ext cx="140" cy="352"/>
              <a:chOff x="1774" y="2518"/>
              <a:chExt cx="140" cy="352"/>
            </a:xfrm>
          </p:grpSpPr>
          <p:sp>
            <p:nvSpPr>
              <p:cNvPr id="1364" name="Google Shape;1364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7" name="Google Shape;1367;p18"/>
            <p:cNvGrpSpPr/>
            <p:nvPr/>
          </p:nvGrpSpPr>
          <p:grpSpPr>
            <a:xfrm>
              <a:off x="1476" y="2993"/>
              <a:ext cx="140" cy="352"/>
              <a:chOff x="1774" y="2518"/>
              <a:chExt cx="140" cy="352"/>
            </a:xfrm>
          </p:grpSpPr>
          <p:sp>
            <p:nvSpPr>
              <p:cNvPr id="1368" name="Google Shape;1368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18"/>
            <p:cNvGrpSpPr/>
            <p:nvPr/>
          </p:nvGrpSpPr>
          <p:grpSpPr>
            <a:xfrm>
              <a:off x="612" y="2977"/>
              <a:ext cx="140" cy="352"/>
              <a:chOff x="1774" y="2518"/>
              <a:chExt cx="140" cy="352"/>
            </a:xfrm>
          </p:grpSpPr>
          <p:sp>
            <p:nvSpPr>
              <p:cNvPr id="1372" name="Google Shape;1372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5" name="Google Shape;1375;p18"/>
            <p:cNvGrpSpPr/>
            <p:nvPr/>
          </p:nvGrpSpPr>
          <p:grpSpPr>
            <a:xfrm>
              <a:off x="460" y="2989"/>
              <a:ext cx="140" cy="352"/>
              <a:chOff x="1774" y="2518"/>
              <a:chExt cx="140" cy="352"/>
            </a:xfrm>
          </p:grpSpPr>
          <p:sp>
            <p:nvSpPr>
              <p:cNvPr id="1376" name="Google Shape;1376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9" name="Google Shape;1379;p18"/>
            <p:cNvGrpSpPr/>
            <p:nvPr/>
          </p:nvGrpSpPr>
          <p:grpSpPr>
            <a:xfrm>
              <a:off x="1616" y="3013"/>
              <a:ext cx="140" cy="352"/>
              <a:chOff x="1774" y="2518"/>
              <a:chExt cx="140" cy="352"/>
            </a:xfrm>
          </p:grpSpPr>
          <p:sp>
            <p:nvSpPr>
              <p:cNvPr id="1380" name="Google Shape;1380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1" name="Google Shape;1381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3" name="Google Shape;1383;p18"/>
            <p:cNvGrpSpPr/>
            <p:nvPr/>
          </p:nvGrpSpPr>
          <p:grpSpPr>
            <a:xfrm>
              <a:off x="1764" y="3013"/>
              <a:ext cx="140" cy="352"/>
              <a:chOff x="1774" y="2518"/>
              <a:chExt cx="140" cy="352"/>
            </a:xfrm>
          </p:grpSpPr>
          <p:sp>
            <p:nvSpPr>
              <p:cNvPr id="1384" name="Google Shape;1384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5" name="Google Shape;1385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7" name="Google Shape;1387;p18"/>
            <p:cNvGrpSpPr/>
            <p:nvPr/>
          </p:nvGrpSpPr>
          <p:grpSpPr>
            <a:xfrm>
              <a:off x="312" y="2989"/>
              <a:ext cx="140" cy="352"/>
              <a:chOff x="1774" y="2518"/>
              <a:chExt cx="140" cy="352"/>
            </a:xfrm>
          </p:grpSpPr>
          <p:sp>
            <p:nvSpPr>
              <p:cNvPr id="1388" name="Google Shape;1388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1" name="Google Shape;1391;p18"/>
            <p:cNvGrpSpPr/>
            <p:nvPr/>
          </p:nvGrpSpPr>
          <p:grpSpPr>
            <a:xfrm>
              <a:off x="0" y="2985"/>
              <a:ext cx="140" cy="352"/>
              <a:chOff x="1774" y="2518"/>
              <a:chExt cx="140" cy="352"/>
            </a:xfrm>
          </p:grpSpPr>
          <p:sp>
            <p:nvSpPr>
              <p:cNvPr id="1392" name="Google Shape;1392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4" name="Google Shape;1394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5" name="Google Shape;1395;p18"/>
            <p:cNvGrpSpPr/>
            <p:nvPr/>
          </p:nvGrpSpPr>
          <p:grpSpPr>
            <a:xfrm>
              <a:off x="1908" y="3025"/>
              <a:ext cx="140" cy="352"/>
              <a:chOff x="1774" y="2518"/>
              <a:chExt cx="140" cy="352"/>
            </a:xfrm>
          </p:grpSpPr>
          <p:sp>
            <p:nvSpPr>
              <p:cNvPr id="1396" name="Google Shape;1396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7" name="Google Shape;1397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9" name="Google Shape;1399;p18"/>
            <p:cNvGrpSpPr/>
            <p:nvPr/>
          </p:nvGrpSpPr>
          <p:grpSpPr>
            <a:xfrm>
              <a:off x="152" y="2985"/>
              <a:ext cx="140" cy="352"/>
              <a:chOff x="1774" y="2518"/>
              <a:chExt cx="140" cy="352"/>
            </a:xfrm>
          </p:grpSpPr>
          <p:sp>
            <p:nvSpPr>
              <p:cNvPr id="1400" name="Google Shape;1400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1" name="Google Shape;1401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2" name="Google Shape;1402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3" name="Google Shape;1403;p18"/>
            <p:cNvGrpSpPr/>
            <p:nvPr/>
          </p:nvGrpSpPr>
          <p:grpSpPr>
            <a:xfrm rot="-150097">
              <a:off x="2671" y="2985"/>
              <a:ext cx="140" cy="352"/>
              <a:chOff x="1774" y="2518"/>
              <a:chExt cx="140" cy="352"/>
            </a:xfrm>
          </p:grpSpPr>
          <p:sp>
            <p:nvSpPr>
              <p:cNvPr id="1404" name="Google Shape;1404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6" name="Google Shape;1406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7" name="Google Shape;1407;p18"/>
            <p:cNvGrpSpPr/>
            <p:nvPr/>
          </p:nvGrpSpPr>
          <p:grpSpPr>
            <a:xfrm rot="-150097">
              <a:off x="2520" y="3004"/>
              <a:ext cx="140" cy="352"/>
              <a:chOff x="1774" y="2518"/>
              <a:chExt cx="140" cy="352"/>
            </a:xfrm>
          </p:grpSpPr>
          <p:sp>
            <p:nvSpPr>
              <p:cNvPr id="1408" name="Google Shape;1408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9" name="Google Shape;1409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0" name="Google Shape;1410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1" name="Google Shape;1411;p18"/>
            <p:cNvGrpSpPr/>
            <p:nvPr/>
          </p:nvGrpSpPr>
          <p:grpSpPr>
            <a:xfrm rot="-150097">
              <a:off x="2372" y="3011"/>
              <a:ext cx="140" cy="352"/>
              <a:chOff x="1774" y="2518"/>
              <a:chExt cx="140" cy="352"/>
            </a:xfrm>
          </p:grpSpPr>
          <p:sp>
            <p:nvSpPr>
              <p:cNvPr id="1412" name="Google Shape;1412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3" name="Google Shape;1413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4" name="Google Shape;1414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5" name="Google Shape;1415;p18"/>
            <p:cNvGrpSpPr/>
            <p:nvPr/>
          </p:nvGrpSpPr>
          <p:grpSpPr>
            <a:xfrm rot="-150097">
              <a:off x="2060" y="3020"/>
              <a:ext cx="140" cy="352"/>
              <a:chOff x="1774" y="2518"/>
              <a:chExt cx="140" cy="352"/>
            </a:xfrm>
          </p:grpSpPr>
          <p:sp>
            <p:nvSpPr>
              <p:cNvPr id="1416" name="Google Shape;1416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7" name="Google Shape;1417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8" name="Google Shape;1418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19" name="Google Shape;1419;p18"/>
            <p:cNvGrpSpPr/>
            <p:nvPr/>
          </p:nvGrpSpPr>
          <p:grpSpPr>
            <a:xfrm rot="-150097">
              <a:off x="2212" y="3014"/>
              <a:ext cx="140" cy="352"/>
              <a:chOff x="1774" y="2518"/>
              <a:chExt cx="140" cy="352"/>
            </a:xfrm>
          </p:grpSpPr>
          <p:sp>
            <p:nvSpPr>
              <p:cNvPr id="1420" name="Google Shape;1420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1" name="Google Shape;1421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23" name="Google Shape;1423;p18"/>
          <p:cNvGrpSpPr/>
          <p:nvPr/>
        </p:nvGrpSpPr>
        <p:grpSpPr>
          <a:xfrm rot="10800000">
            <a:off x="0" y="5264150"/>
            <a:ext cx="9199563" cy="660222"/>
            <a:chOff x="0" y="2037"/>
            <a:chExt cx="5793" cy="416"/>
          </a:xfrm>
        </p:grpSpPr>
        <p:grpSp>
          <p:nvGrpSpPr>
            <p:cNvPr id="1424" name="Google Shape;1424;p18"/>
            <p:cNvGrpSpPr/>
            <p:nvPr/>
          </p:nvGrpSpPr>
          <p:grpSpPr>
            <a:xfrm>
              <a:off x="4107" y="2050"/>
              <a:ext cx="1686" cy="371"/>
              <a:chOff x="4107" y="2050"/>
              <a:chExt cx="1686" cy="371"/>
            </a:xfrm>
          </p:grpSpPr>
          <p:sp>
            <p:nvSpPr>
              <p:cNvPr id="1425" name="Google Shape;1425;p18"/>
              <p:cNvSpPr/>
              <p:nvPr/>
            </p:nvSpPr>
            <p:spPr>
              <a:xfrm flipH="1">
                <a:off x="4909" y="2189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6" name="Google Shape;1426;p18"/>
              <p:cNvSpPr/>
              <p:nvPr/>
            </p:nvSpPr>
            <p:spPr>
              <a:xfrm flipH="1">
                <a:off x="5049" y="2190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7" name="Google Shape;1427;p18"/>
              <p:cNvSpPr/>
              <p:nvPr/>
            </p:nvSpPr>
            <p:spPr>
              <a:xfrm flipH="1">
                <a:off x="5189" y="2188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18"/>
              <p:cNvSpPr/>
              <p:nvPr/>
            </p:nvSpPr>
            <p:spPr>
              <a:xfrm flipH="1">
                <a:off x="5287" y="2204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9" name="Google Shape;1429;p18"/>
              <p:cNvSpPr/>
              <p:nvPr/>
            </p:nvSpPr>
            <p:spPr>
              <a:xfrm flipH="1">
                <a:off x="5452" y="2207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0" name="Google Shape;1430;p18"/>
              <p:cNvSpPr/>
              <p:nvPr/>
            </p:nvSpPr>
            <p:spPr>
              <a:xfrm flipH="1">
                <a:off x="5590" y="2203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1" name="Google Shape;1431;p18"/>
              <p:cNvSpPr/>
              <p:nvPr/>
            </p:nvSpPr>
            <p:spPr>
              <a:xfrm flipH="1">
                <a:off x="4736" y="2194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2" name="Google Shape;1432;p18"/>
              <p:cNvSpPr/>
              <p:nvPr/>
            </p:nvSpPr>
            <p:spPr>
              <a:xfrm flipH="1">
                <a:off x="4623" y="2199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3" name="Google Shape;1433;p18"/>
              <p:cNvSpPr/>
              <p:nvPr/>
            </p:nvSpPr>
            <p:spPr>
              <a:xfrm flipH="1">
                <a:off x="5723" y="2202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4" name="Google Shape;1434;p18"/>
              <p:cNvSpPr/>
              <p:nvPr/>
            </p:nvSpPr>
            <p:spPr>
              <a:xfrm flipH="1">
                <a:off x="4475" y="2192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5" name="Google Shape;1435;p18"/>
              <p:cNvSpPr/>
              <p:nvPr/>
            </p:nvSpPr>
            <p:spPr>
              <a:xfrm flipH="1">
                <a:off x="4177" y="2195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6" name="Google Shape;1436;p18"/>
              <p:cNvSpPr/>
              <p:nvPr/>
            </p:nvSpPr>
            <p:spPr>
              <a:xfrm flipH="1">
                <a:off x="4329" y="2195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7" name="Google Shape;1437;p18"/>
              <p:cNvGrpSpPr/>
              <p:nvPr/>
            </p:nvGrpSpPr>
            <p:grpSpPr>
              <a:xfrm>
                <a:off x="4107" y="2050"/>
                <a:ext cx="1686" cy="368"/>
                <a:chOff x="4107" y="2050"/>
                <a:chExt cx="1686" cy="368"/>
              </a:xfrm>
            </p:grpSpPr>
            <p:sp>
              <p:nvSpPr>
                <p:cNvPr id="1438" name="Google Shape;1438;p18"/>
                <p:cNvSpPr/>
                <p:nvPr/>
              </p:nvSpPr>
              <p:spPr>
                <a:xfrm flipH="1">
                  <a:off x="4877" y="2189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39" name="Google Shape;1439;p18"/>
                <p:cNvSpPr/>
                <p:nvPr/>
              </p:nvSpPr>
              <p:spPr>
                <a:xfrm>
                  <a:off x="4839" y="2051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0" name="Google Shape;1440;p18"/>
                <p:cNvSpPr/>
                <p:nvPr/>
              </p:nvSpPr>
              <p:spPr>
                <a:xfrm flipH="1">
                  <a:off x="5017" y="2190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1" name="Google Shape;1441;p18"/>
                <p:cNvSpPr/>
                <p:nvPr/>
              </p:nvSpPr>
              <p:spPr>
                <a:xfrm>
                  <a:off x="4979" y="2052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2" name="Google Shape;1442;p18"/>
                <p:cNvSpPr/>
                <p:nvPr/>
              </p:nvSpPr>
              <p:spPr>
                <a:xfrm flipH="1">
                  <a:off x="5157" y="2188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3" name="Google Shape;1443;p18"/>
                <p:cNvSpPr/>
                <p:nvPr/>
              </p:nvSpPr>
              <p:spPr>
                <a:xfrm>
                  <a:off x="5119" y="2050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4" name="Google Shape;1444;p18"/>
                <p:cNvSpPr/>
                <p:nvPr/>
              </p:nvSpPr>
              <p:spPr>
                <a:xfrm flipH="1">
                  <a:off x="5319" y="2204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5" name="Google Shape;1445;p18"/>
                <p:cNvSpPr/>
                <p:nvPr/>
              </p:nvSpPr>
              <p:spPr>
                <a:xfrm>
                  <a:off x="5249" y="2066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6" name="Google Shape;1446;p18"/>
                <p:cNvSpPr/>
                <p:nvPr/>
              </p:nvSpPr>
              <p:spPr>
                <a:xfrm flipH="1">
                  <a:off x="5420" y="2207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7" name="Google Shape;1447;p18"/>
                <p:cNvSpPr/>
                <p:nvPr/>
              </p:nvSpPr>
              <p:spPr>
                <a:xfrm>
                  <a:off x="5382" y="2069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8" name="Google Shape;1448;p18"/>
                <p:cNvSpPr/>
                <p:nvPr/>
              </p:nvSpPr>
              <p:spPr>
                <a:xfrm flipH="1">
                  <a:off x="5558" y="2203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49" name="Google Shape;1449;p18"/>
                <p:cNvSpPr/>
                <p:nvPr/>
              </p:nvSpPr>
              <p:spPr>
                <a:xfrm>
                  <a:off x="5520" y="2065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0" name="Google Shape;1450;p18"/>
                <p:cNvSpPr/>
                <p:nvPr/>
              </p:nvSpPr>
              <p:spPr>
                <a:xfrm flipH="1">
                  <a:off x="4768" y="2194"/>
                  <a:ext cx="27" cy="214"/>
                </a:xfrm>
                <a:custGeom>
                  <a:rect b="b" l="l" r="r" t="t"/>
                  <a:pathLst>
                    <a:path extrusionOk="0" h="324" w="22">
                      <a:moveTo>
                        <a:pt x="22" y="0"/>
                      </a:moveTo>
                      <a:cubicBezTo>
                        <a:pt x="10" y="47"/>
                        <a:pt x="19" y="74"/>
                        <a:pt x="16" y="136"/>
                      </a:cubicBezTo>
                      <a:cubicBezTo>
                        <a:pt x="15" y="158"/>
                        <a:pt x="4" y="182"/>
                        <a:pt x="0" y="204"/>
                      </a:cubicBezTo>
                      <a:cubicBezTo>
                        <a:pt x="2" y="311"/>
                        <a:pt x="2" y="271"/>
                        <a:pt x="2" y="324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1" name="Google Shape;1451;p18"/>
                <p:cNvSpPr/>
                <p:nvPr/>
              </p:nvSpPr>
              <p:spPr>
                <a:xfrm>
                  <a:off x="4698" y="2056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2" name="Google Shape;1452;p18"/>
                <p:cNvSpPr/>
                <p:nvPr/>
              </p:nvSpPr>
              <p:spPr>
                <a:xfrm flipH="1">
                  <a:off x="4591" y="2199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3" name="Google Shape;1453;p18"/>
                <p:cNvSpPr/>
                <p:nvPr/>
              </p:nvSpPr>
              <p:spPr>
                <a:xfrm>
                  <a:off x="4553" y="2061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4" name="Google Shape;1454;p18"/>
                <p:cNvSpPr/>
                <p:nvPr/>
              </p:nvSpPr>
              <p:spPr>
                <a:xfrm flipH="1">
                  <a:off x="5691" y="2202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5" name="Google Shape;1455;p18"/>
                <p:cNvSpPr/>
                <p:nvPr/>
              </p:nvSpPr>
              <p:spPr>
                <a:xfrm>
                  <a:off x="5653" y="2064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6" name="Google Shape;1456;p18"/>
                <p:cNvSpPr/>
                <p:nvPr/>
              </p:nvSpPr>
              <p:spPr>
                <a:xfrm flipH="1">
                  <a:off x="4443" y="2192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7" name="Google Shape;1457;p18"/>
                <p:cNvSpPr/>
                <p:nvPr/>
              </p:nvSpPr>
              <p:spPr>
                <a:xfrm>
                  <a:off x="4405" y="2054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8" name="Google Shape;1458;p18"/>
                <p:cNvSpPr/>
                <p:nvPr/>
              </p:nvSpPr>
              <p:spPr>
                <a:xfrm flipH="1">
                  <a:off x="4145" y="2195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9" name="Google Shape;1459;p18"/>
                <p:cNvSpPr/>
                <p:nvPr/>
              </p:nvSpPr>
              <p:spPr>
                <a:xfrm>
                  <a:off x="4107" y="2057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0" name="Google Shape;1460;p18"/>
                <p:cNvSpPr/>
                <p:nvPr/>
              </p:nvSpPr>
              <p:spPr>
                <a:xfrm flipH="1">
                  <a:off x="4297" y="2195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1" name="Google Shape;1461;p18"/>
                <p:cNvSpPr/>
                <p:nvPr/>
              </p:nvSpPr>
              <p:spPr>
                <a:xfrm>
                  <a:off x="4259" y="2057"/>
                  <a:ext cx="140" cy="141"/>
                </a:xfrm>
                <a:prstGeom prst="ellipse">
                  <a:avLst/>
                </a:prstGeom>
                <a:gradFill>
                  <a:gsLst>
                    <a:gs pos="0">
                      <a:srgbClr val="FF0000"/>
                    </a:gs>
                    <a:gs pos="100000">
                      <a:srgbClr val="760000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462" name="Google Shape;1462;p18"/>
            <p:cNvGrpSpPr/>
            <p:nvPr/>
          </p:nvGrpSpPr>
          <p:grpSpPr>
            <a:xfrm>
              <a:off x="760" y="2041"/>
              <a:ext cx="140" cy="352"/>
              <a:chOff x="1774" y="2518"/>
              <a:chExt cx="140" cy="352"/>
            </a:xfrm>
          </p:grpSpPr>
          <p:sp>
            <p:nvSpPr>
              <p:cNvPr id="1463" name="Google Shape;146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6" name="Google Shape;1466;p18"/>
            <p:cNvGrpSpPr/>
            <p:nvPr/>
          </p:nvGrpSpPr>
          <p:grpSpPr>
            <a:xfrm>
              <a:off x="900" y="2049"/>
              <a:ext cx="140" cy="352"/>
              <a:chOff x="1774" y="2518"/>
              <a:chExt cx="140" cy="352"/>
            </a:xfrm>
          </p:grpSpPr>
          <p:sp>
            <p:nvSpPr>
              <p:cNvPr id="1467" name="Google Shape;146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9" name="Google Shape;146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0" name="Google Shape;1470;p18"/>
            <p:cNvGrpSpPr/>
            <p:nvPr/>
          </p:nvGrpSpPr>
          <p:grpSpPr>
            <a:xfrm>
              <a:off x="1040" y="2061"/>
              <a:ext cx="140" cy="352"/>
              <a:chOff x="1774" y="2518"/>
              <a:chExt cx="140" cy="352"/>
            </a:xfrm>
          </p:grpSpPr>
          <p:sp>
            <p:nvSpPr>
              <p:cNvPr id="1471" name="Google Shape;147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4" name="Google Shape;1474;p18"/>
            <p:cNvGrpSpPr/>
            <p:nvPr/>
          </p:nvGrpSpPr>
          <p:grpSpPr>
            <a:xfrm>
              <a:off x="1184" y="2077"/>
              <a:ext cx="140" cy="352"/>
              <a:chOff x="1774" y="2518"/>
              <a:chExt cx="140" cy="352"/>
            </a:xfrm>
          </p:grpSpPr>
          <p:sp>
            <p:nvSpPr>
              <p:cNvPr id="1475" name="Google Shape;147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7" name="Google Shape;147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8" name="Google Shape;1478;p18"/>
            <p:cNvGrpSpPr/>
            <p:nvPr/>
          </p:nvGrpSpPr>
          <p:grpSpPr>
            <a:xfrm>
              <a:off x="1324" y="2073"/>
              <a:ext cx="140" cy="352"/>
              <a:chOff x="1774" y="2518"/>
              <a:chExt cx="140" cy="352"/>
            </a:xfrm>
          </p:grpSpPr>
          <p:sp>
            <p:nvSpPr>
              <p:cNvPr id="1479" name="Google Shape;147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0" name="Google Shape;148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2" name="Google Shape;1482;p18"/>
            <p:cNvGrpSpPr/>
            <p:nvPr/>
          </p:nvGrpSpPr>
          <p:grpSpPr>
            <a:xfrm>
              <a:off x="1476" y="2069"/>
              <a:ext cx="140" cy="352"/>
              <a:chOff x="1774" y="2518"/>
              <a:chExt cx="140" cy="352"/>
            </a:xfrm>
          </p:grpSpPr>
          <p:sp>
            <p:nvSpPr>
              <p:cNvPr id="1483" name="Google Shape;148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4" name="Google Shape;148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5" name="Google Shape;148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6" name="Google Shape;1486;p18"/>
            <p:cNvGrpSpPr/>
            <p:nvPr/>
          </p:nvGrpSpPr>
          <p:grpSpPr>
            <a:xfrm>
              <a:off x="612" y="2053"/>
              <a:ext cx="140" cy="352"/>
              <a:chOff x="1774" y="2518"/>
              <a:chExt cx="140" cy="352"/>
            </a:xfrm>
          </p:grpSpPr>
          <p:sp>
            <p:nvSpPr>
              <p:cNvPr id="1487" name="Google Shape;148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8" name="Google Shape;148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9" name="Google Shape;148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0" name="Google Shape;1490;p18"/>
            <p:cNvGrpSpPr/>
            <p:nvPr/>
          </p:nvGrpSpPr>
          <p:grpSpPr>
            <a:xfrm>
              <a:off x="460" y="2065"/>
              <a:ext cx="140" cy="352"/>
              <a:chOff x="1774" y="2518"/>
              <a:chExt cx="140" cy="352"/>
            </a:xfrm>
          </p:grpSpPr>
          <p:sp>
            <p:nvSpPr>
              <p:cNvPr id="1491" name="Google Shape;149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2" name="Google Shape;149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3" name="Google Shape;149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4" name="Google Shape;1494;p18"/>
            <p:cNvGrpSpPr/>
            <p:nvPr/>
          </p:nvGrpSpPr>
          <p:grpSpPr>
            <a:xfrm>
              <a:off x="1616" y="2089"/>
              <a:ext cx="140" cy="352"/>
              <a:chOff x="1774" y="2518"/>
              <a:chExt cx="140" cy="352"/>
            </a:xfrm>
          </p:grpSpPr>
          <p:sp>
            <p:nvSpPr>
              <p:cNvPr id="1495" name="Google Shape;149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6" name="Google Shape;149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7" name="Google Shape;149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8" name="Google Shape;1498;p18"/>
            <p:cNvGrpSpPr/>
            <p:nvPr/>
          </p:nvGrpSpPr>
          <p:grpSpPr>
            <a:xfrm>
              <a:off x="1764" y="2089"/>
              <a:ext cx="140" cy="352"/>
              <a:chOff x="1774" y="2518"/>
              <a:chExt cx="140" cy="352"/>
            </a:xfrm>
          </p:grpSpPr>
          <p:sp>
            <p:nvSpPr>
              <p:cNvPr id="1499" name="Google Shape;149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0" name="Google Shape;150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1" name="Google Shape;150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2" name="Google Shape;1502;p18"/>
            <p:cNvGrpSpPr/>
            <p:nvPr/>
          </p:nvGrpSpPr>
          <p:grpSpPr>
            <a:xfrm>
              <a:off x="312" y="2065"/>
              <a:ext cx="140" cy="352"/>
              <a:chOff x="1774" y="2518"/>
              <a:chExt cx="140" cy="352"/>
            </a:xfrm>
          </p:grpSpPr>
          <p:sp>
            <p:nvSpPr>
              <p:cNvPr id="1503" name="Google Shape;150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4" name="Google Shape;150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5" name="Google Shape;150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06" name="Google Shape;1506;p18"/>
            <p:cNvGrpSpPr/>
            <p:nvPr/>
          </p:nvGrpSpPr>
          <p:grpSpPr>
            <a:xfrm>
              <a:off x="0" y="2061"/>
              <a:ext cx="140" cy="352"/>
              <a:chOff x="1774" y="2518"/>
              <a:chExt cx="140" cy="352"/>
            </a:xfrm>
          </p:grpSpPr>
          <p:sp>
            <p:nvSpPr>
              <p:cNvPr id="1507" name="Google Shape;150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8" name="Google Shape;150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9" name="Google Shape;150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0" name="Google Shape;1510;p18"/>
            <p:cNvGrpSpPr/>
            <p:nvPr/>
          </p:nvGrpSpPr>
          <p:grpSpPr>
            <a:xfrm>
              <a:off x="1908" y="2101"/>
              <a:ext cx="140" cy="352"/>
              <a:chOff x="1774" y="2518"/>
              <a:chExt cx="140" cy="352"/>
            </a:xfrm>
          </p:grpSpPr>
          <p:sp>
            <p:nvSpPr>
              <p:cNvPr id="1511" name="Google Shape;151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4" name="Google Shape;1514;p18"/>
            <p:cNvGrpSpPr/>
            <p:nvPr/>
          </p:nvGrpSpPr>
          <p:grpSpPr>
            <a:xfrm>
              <a:off x="152" y="2061"/>
              <a:ext cx="140" cy="352"/>
              <a:chOff x="1774" y="2518"/>
              <a:chExt cx="140" cy="352"/>
            </a:xfrm>
          </p:grpSpPr>
          <p:sp>
            <p:nvSpPr>
              <p:cNvPr id="1515" name="Google Shape;151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7" name="Google Shape;151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18" name="Google Shape;1518;p18"/>
            <p:cNvGrpSpPr/>
            <p:nvPr/>
          </p:nvGrpSpPr>
          <p:grpSpPr>
            <a:xfrm rot="-150097">
              <a:off x="2818" y="2043"/>
              <a:ext cx="140" cy="352"/>
              <a:chOff x="1774" y="2518"/>
              <a:chExt cx="140" cy="352"/>
            </a:xfrm>
          </p:grpSpPr>
          <p:sp>
            <p:nvSpPr>
              <p:cNvPr id="1519" name="Google Shape;151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2" name="Google Shape;1522;p18"/>
            <p:cNvGrpSpPr/>
            <p:nvPr/>
          </p:nvGrpSpPr>
          <p:grpSpPr>
            <a:xfrm rot="-150097">
              <a:off x="2959" y="2045"/>
              <a:ext cx="140" cy="352"/>
              <a:chOff x="1774" y="2518"/>
              <a:chExt cx="140" cy="352"/>
            </a:xfrm>
          </p:grpSpPr>
          <p:sp>
            <p:nvSpPr>
              <p:cNvPr id="1523" name="Google Shape;152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5" name="Google Shape;152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6" name="Google Shape;1526;p18"/>
            <p:cNvGrpSpPr/>
            <p:nvPr/>
          </p:nvGrpSpPr>
          <p:grpSpPr>
            <a:xfrm rot="-150097">
              <a:off x="3099" y="2051"/>
              <a:ext cx="140" cy="352"/>
              <a:chOff x="1774" y="2518"/>
              <a:chExt cx="140" cy="352"/>
            </a:xfrm>
          </p:grpSpPr>
          <p:sp>
            <p:nvSpPr>
              <p:cNvPr id="1527" name="Google Shape;152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9" name="Google Shape;152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0" name="Google Shape;1530;p18"/>
            <p:cNvGrpSpPr/>
            <p:nvPr/>
          </p:nvGrpSpPr>
          <p:grpSpPr>
            <a:xfrm rot="-150097">
              <a:off x="3244" y="2060"/>
              <a:ext cx="140" cy="352"/>
              <a:chOff x="1774" y="2518"/>
              <a:chExt cx="140" cy="352"/>
            </a:xfrm>
          </p:grpSpPr>
          <p:sp>
            <p:nvSpPr>
              <p:cNvPr id="1531" name="Google Shape;153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2" name="Google Shape;153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3" name="Google Shape;153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4" name="Google Shape;1534;p18"/>
            <p:cNvGrpSpPr/>
            <p:nvPr/>
          </p:nvGrpSpPr>
          <p:grpSpPr>
            <a:xfrm rot="-150097">
              <a:off x="3383" y="2050"/>
              <a:ext cx="140" cy="352"/>
              <a:chOff x="1774" y="2518"/>
              <a:chExt cx="140" cy="352"/>
            </a:xfrm>
          </p:grpSpPr>
          <p:sp>
            <p:nvSpPr>
              <p:cNvPr id="1535" name="Google Shape;153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7" name="Google Shape;153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8" name="Google Shape;1538;p18"/>
            <p:cNvGrpSpPr/>
            <p:nvPr/>
          </p:nvGrpSpPr>
          <p:grpSpPr>
            <a:xfrm rot="-150097">
              <a:off x="3535" y="2040"/>
              <a:ext cx="140" cy="352"/>
              <a:chOff x="1774" y="2518"/>
              <a:chExt cx="140" cy="352"/>
            </a:xfrm>
          </p:grpSpPr>
          <p:sp>
            <p:nvSpPr>
              <p:cNvPr id="1539" name="Google Shape;153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18"/>
            <p:cNvGrpSpPr/>
            <p:nvPr/>
          </p:nvGrpSpPr>
          <p:grpSpPr>
            <a:xfrm rot="-150097">
              <a:off x="2671" y="2061"/>
              <a:ext cx="140" cy="352"/>
              <a:chOff x="1774" y="2518"/>
              <a:chExt cx="140" cy="352"/>
            </a:xfrm>
          </p:grpSpPr>
          <p:sp>
            <p:nvSpPr>
              <p:cNvPr id="1543" name="Google Shape;154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6" name="Google Shape;1546;p18"/>
            <p:cNvGrpSpPr/>
            <p:nvPr/>
          </p:nvGrpSpPr>
          <p:grpSpPr>
            <a:xfrm rot="-150097">
              <a:off x="2520" y="2080"/>
              <a:ext cx="140" cy="352"/>
              <a:chOff x="1774" y="2518"/>
              <a:chExt cx="140" cy="352"/>
            </a:xfrm>
          </p:grpSpPr>
          <p:sp>
            <p:nvSpPr>
              <p:cNvPr id="1547" name="Google Shape;154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8" name="Google Shape;154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0" name="Google Shape;1550;p18"/>
            <p:cNvGrpSpPr/>
            <p:nvPr/>
          </p:nvGrpSpPr>
          <p:grpSpPr>
            <a:xfrm rot="-150097">
              <a:off x="3676" y="2054"/>
              <a:ext cx="140" cy="352"/>
              <a:chOff x="1774" y="2518"/>
              <a:chExt cx="140" cy="352"/>
            </a:xfrm>
          </p:grpSpPr>
          <p:sp>
            <p:nvSpPr>
              <p:cNvPr id="1551" name="Google Shape;155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4" name="Google Shape;1554;p18"/>
            <p:cNvGrpSpPr/>
            <p:nvPr/>
          </p:nvGrpSpPr>
          <p:grpSpPr>
            <a:xfrm rot="-150097">
              <a:off x="3824" y="2047"/>
              <a:ext cx="140" cy="352"/>
              <a:chOff x="1774" y="2518"/>
              <a:chExt cx="140" cy="352"/>
            </a:xfrm>
          </p:grpSpPr>
          <p:sp>
            <p:nvSpPr>
              <p:cNvPr id="1555" name="Google Shape;1555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6" name="Google Shape;1556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7" name="Google Shape;1557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8" name="Google Shape;1558;p18"/>
            <p:cNvGrpSpPr/>
            <p:nvPr/>
          </p:nvGrpSpPr>
          <p:grpSpPr>
            <a:xfrm rot="-150097">
              <a:off x="2372" y="2087"/>
              <a:ext cx="140" cy="352"/>
              <a:chOff x="1774" y="2518"/>
              <a:chExt cx="140" cy="352"/>
            </a:xfrm>
          </p:grpSpPr>
          <p:sp>
            <p:nvSpPr>
              <p:cNvPr id="1559" name="Google Shape;1559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2" name="Google Shape;1562;p18"/>
            <p:cNvGrpSpPr/>
            <p:nvPr/>
          </p:nvGrpSpPr>
          <p:grpSpPr>
            <a:xfrm rot="-150097">
              <a:off x="2060" y="2096"/>
              <a:ext cx="140" cy="352"/>
              <a:chOff x="1774" y="2518"/>
              <a:chExt cx="140" cy="352"/>
            </a:xfrm>
          </p:grpSpPr>
          <p:sp>
            <p:nvSpPr>
              <p:cNvPr id="1563" name="Google Shape;1563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6" name="Google Shape;1566;p18"/>
            <p:cNvGrpSpPr/>
            <p:nvPr/>
          </p:nvGrpSpPr>
          <p:grpSpPr>
            <a:xfrm rot="-150097">
              <a:off x="3968" y="2053"/>
              <a:ext cx="140" cy="352"/>
              <a:chOff x="1774" y="2518"/>
              <a:chExt cx="140" cy="352"/>
            </a:xfrm>
          </p:grpSpPr>
          <p:sp>
            <p:nvSpPr>
              <p:cNvPr id="1567" name="Google Shape;1567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0" name="Google Shape;1570;p18"/>
            <p:cNvGrpSpPr/>
            <p:nvPr/>
          </p:nvGrpSpPr>
          <p:grpSpPr>
            <a:xfrm rot="-150097">
              <a:off x="2212" y="2090"/>
              <a:ext cx="140" cy="352"/>
              <a:chOff x="1774" y="2518"/>
              <a:chExt cx="140" cy="352"/>
            </a:xfrm>
          </p:grpSpPr>
          <p:sp>
            <p:nvSpPr>
              <p:cNvPr id="1571" name="Google Shape;1571;p18"/>
              <p:cNvSpPr/>
              <p:nvPr/>
            </p:nvSpPr>
            <p:spPr>
              <a:xfrm flipH="1">
                <a:off x="1844" y="2656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18"/>
              <p:cNvSpPr/>
              <p:nvPr/>
            </p:nvSpPr>
            <p:spPr>
              <a:xfrm flipH="1">
                <a:off x="1812" y="2656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18"/>
              <p:cNvSpPr/>
              <p:nvPr/>
            </p:nvSpPr>
            <p:spPr>
              <a:xfrm>
                <a:off x="1774" y="2518"/>
                <a:ext cx="140" cy="141"/>
              </a:xfrm>
              <a:prstGeom prst="ellipse">
                <a:avLst/>
              </a:prstGeom>
              <a:gradFill>
                <a:gsLst>
                  <a:gs pos="0">
                    <a:srgbClr val="FF0000"/>
                  </a:gs>
                  <a:gs pos="100000">
                    <a:srgbClr val="760000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4" name="Google Shape;1574;p18"/>
          <p:cNvGrpSpPr/>
          <p:nvPr/>
        </p:nvGrpSpPr>
        <p:grpSpPr>
          <a:xfrm>
            <a:off x="147638" y="4949825"/>
            <a:ext cx="8872537" cy="781050"/>
            <a:chOff x="103" y="3120"/>
            <a:chExt cx="5589" cy="492"/>
          </a:xfrm>
        </p:grpSpPr>
        <p:sp>
          <p:nvSpPr>
            <p:cNvPr id="1575" name="Google Shape;1575;p18"/>
            <p:cNvSpPr/>
            <p:nvPr/>
          </p:nvSpPr>
          <p:spPr>
            <a:xfrm>
              <a:off x="569" y="3146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18"/>
            <p:cNvSpPr/>
            <p:nvPr/>
          </p:nvSpPr>
          <p:spPr>
            <a:xfrm>
              <a:off x="925" y="3375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18"/>
            <p:cNvSpPr/>
            <p:nvPr/>
          </p:nvSpPr>
          <p:spPr>
            <a:xfrm>
              <a:off x="1217" y="3380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18"/>
            <p:cNvSpPr/>
            <p:nvPr/>
          </p:nvSpPr>
          <p:spPr>
            <a:xfrm>
              <a:off x="1447" y="3153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18"/>
            <p:cNvSpPr/>
            <p:nvPr/>
          </p:nvSpPr>
          <p:spPr>
            <a:xfrm>
              <a:off x="2183" y="3171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18"/>
            <p:cNvSpPr/>
            <p:nvPr/>
          </p:nvSpPr>
          <p:spPr>
            <a:xfrm>
              <a:off x="1941" y="3401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18"/>
            <p:cNvSpPr/>
            <p:nvPr/>
          </p:nvSpPr>
          <p:spPr>
            <a:xfrm>
              <a:off x="3934" y="3132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18"/>
            <p:cNvSpPr/>
            <p:nvPr/>
          </p:nvSpPr>
          <p:spPr>
            <a:xfrm>
              <a:off x="3559" y="3354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18"/>
            <p:cNvSpPr/>
            <p:nvPr/>
          </p:nvSpPr>
          <p:spPr>
            <a:xfrm>
              <a:off x="4954" y="3120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18"/>
            <p:cNvSpPr/>
            <p:nvPr/>
          </p:nvSpPr>
          <p:spPr>
            <a:xfrm>
              <a:off x="4517" y="3125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18"/>
            <p:cNvSpPr/>
            <p:nvPr/>
          </p:nvSpPr>
          <p:spPr>
            <a:xfrm>
              <a:off x="3061" y="3129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18"/>
            <p:cNvSpPr/>
            <p:nvPr/>
          </p:nvSpPr>
          <p:spPr>
            <a:xfrm>
              <a:off x="3915" y="3352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18"/>
            <p:cNvSpPr/>
            <p:nvPr/>
          </p:nvSpPr>
          <p:spPr>
            <a:xfrm>
              <a:off x="2648" y="3139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18"/>
            <p:cNvSpPr/>
            <p:nvPr/>
          </p:nvSpPr>
          <p:spPr>
            <a:xfrm>
              <a:off x="103" y="3143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18"/>
            <p:cNvSpPr/>
            <p:nvPr/>
          </p:nvSpPr>
          <p:spPr>
            <a:xfrm>
              <a:off x="248" y="3366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18"/>
            <p:cNvSpPr/>
            <p:nvPr/>
          </p:nvSpPr>
          <p:spPr>
            <a:xfrm>
              <a:off x="2789" y="3399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18"/>
            <p:cNvSpPr/>
            <p:nvPr/>
          </p:nvSpPr>
          <p:spPr>
            <a:xfrm>
              <a:off x="4445" y="3375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18"/>
            <p:cNvSpPr/>
            <p:nvPr/>
          </p:nvSpPr>
          <p:spPr>
            <a:xfrm>
              <a:off x="5636" y="3141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18"/>
            <p:cNvSpPr/>
            <p:nvPr/>
          </p:nvSpPr>
          <p:spPr>
            <a:xfrm>
              <a:off x="5156" y="3378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4" name="Google Shape;1594;p18"/>
          <p:cNvGrpSpPr/>
          <p:nvPr/>
        </p:nvGrpSpPr>
        <p:grpSpPr>
          <a:xfrm>
            <a:off x="3784836" y="2912147"/>
            <a:ext cx="224646" cy="709715"/>
            <a:chOff x="2780" y="2877"/>
            <a:chExt cx="142" cy="447"/>
          </a:xfrm>
        </p:grpSpPr>
        <p:sp>
          <p:nvSpPr>
            <p:cNvPr id="1595" name="Google Shape;1595;p18"/>
            <p:cNvSpPr/>
            <p:nvPr/>
          </p:nvSpPr>
          <p:spPr>
            <a:xfrm flipH="1" rot="-150097">
              <a:off x="2890" y="3110"/>
              <a:ext cx="27" cy="214"/>
            </a:xfrm>
            <a:custGeom>
              <a:rect b="b" l="l" r="r" t="t"/>
              <a:pathLst>
                <a:path extrusionOk="0" h="324" w="22">
                  <a:moveTo>
                    <a:pt x="22" y="0"/>
                  </a:moveTo>
                  <a:cubicBezTo>
                    <a:pt x="10" y="47"/>
                    <a:pt x="19" y="74"/>
                    <a:pt x="16" y="136"/>
                  </a:cubicBezTo>
                  <a:cubicBezTo>
                    <a:pt x="15" y="158"/>
                    <a:pt x="4" y="182"/>
                    <a:pt x="0" y="204"/>
                  </a:cubicBezTo>
                  <a:cubicBezTo>
                    <a:pt x="2" y="311"/>
                    <a:pt x="2" y="271"/>
                    <a:pt x="2" y="324"/>
                  </a:cubicBez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96" name="Google Shape;1596;p18"/>
            <p:cNvGrpSpPr/>
            <p:nvPr/>
          </p:nvGrpSpPr>
          <p:grpSpPr>
            <a:xfrm>
              <a:off x="2780" y="2877"/>
              <a:ext cx="133" cy="437"/>
              <a:chOff x="2808" y="2884"/>
              <a:chExt cx="133" cy="437"/>
            </a:xfrm>
          </p:grpSpPr>
          <p:sp>
            <p:nvSpPr>
              <p:cNvPr id="1597" name="Google Shape;1597;p18"/>
              <p:cNvSpPr/>
              <p:nvPr/>
            </p:nvSpPr>
            <p:spPr>
              <a:xfrm flipH="1" rot="-150097">
                <a:off x="2858" y="3111"/>
                <a:ext cx="27" cy="210"/>
              </a:xfrm>
              <a:custGeom>
                <a:rect b="b" l="l" r="r" t="t"/>
                <a:pathLst>
                  <a:path extrusionOk="0" h="318" w="87">
                    <a:moveTo>
                      <a:pt x="29" y="0"/>
                    </a:moveTo>
                    <a:cubicBezTo>
                      <a:pt x="0" y="116"/>
                      <a:pt x="9" y="140"/>
                      <a:pt x="55" y="210"/>
                    </a:cubicBezTo>
                    <a:cubicBezTo>
                      <a:pt x="62" y="247"/>
                      <a:pt x="87" y="280"/>
                      <a:pt x="87" y="318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18"/>
              <p:cNvSpPr/>
              <p:nvPr/>
            </p:nvSpPr>
            <p:spPr>
              <a:xfrm rot="-150097">
                <a:off x="2813" y="2887"/>
                <a:ext cx="123" cy="225"/>
              </a:xfrm>
              <a:prstGeom prst="ellipse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rgbClr val="23236B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9" name="Google Shape;1599;p18"/>
          <p:cNvSpPr/>
          <p:nvPr/>
        </p:nvSpPr>
        <p:spPr>
          <a:xfrm>
            <a:off x="3394075" y="2533650"/>
            <a:ext cx="88900" cy="334963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0" name="Google Shape;1600;p18"/>
          <p:cNvGrpSpPr/>
          <p:nvPr/>
        </p:nvGrpSpPr>
        <p:grpSpPr>
          <a:xfrm>
            <a:off x="4457700" y="4552034"/>
            <a:ext cx="2069557" cy="770040"/>
            <a:chOff x="3538" y="2382"/>
            <a:chExt cx="1304" cy="485"/>
          </a:xfrm>
        </p:grpSpPr>
        <p:grpSp>
          <p:nvGrpSpPr>
            <p:cNvPr id="1601" name="Google Shape;1601;p18"/>
            <p:cNvGrpSpPr/>
            <p:nvPr/>
          </p:nvGrpSpPr>
          <p:grpSpPr>
            <a:xfrm>
              <a:off x="3538" y="2382"/>
              <a:ext cx="1187" cy="485"/>
              <a:chOff x="2751" y="1574"/>
              <a:chExt cx="1187" cy="485"/>
            </a:xfrm>
          </p:grpSpPr>
          <p:grpSp>
            <p:nvGrpSpPr>
              <p:cNvPr id="1602" name="Google Shape;1602;p18"/>
              <p:cNvGrpSpPr/>
              <p:nvPr/>
            </p:nvGrpSpPr>
            <p:grpSpPr>
              <a:xfrm>
                <a:off x="2766" y="1574"/>
                <a:ext cx="1172" cy="485"/>
                <a:chOff x="2801" y="2867"/>
                <a:chExt cx="1172" cy="485"/>
              </a:xfrm>
            </p:grpSpPr>
            <p:grpSp>
              <p:nvGrpSpPr>
                <p:cNvPr id="1603" name="Google Shape;1603;p18"/>
                <p:cNvGrpSpPr/>
                <p:nvPr/>
              </p:nvGrpSpPr>
              <p:grpSpPr>
                <a:xfrm>
                  <a:off x="2801" y="2905"/>
                  <a:ext cx="142" cy="447"/>
                  <a:chOff x="2780" y="2877"/>
                  <a:chExt cx="142" cy="447"/>
                </a:xfrm>
              </p:grpSpPr>
              <p:sp>
                <p:nvSpPr>
                  <p:cNvPr id="1604" name="Google Shape;1604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05" name="Google Shape;1605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06" name="Google Shape;1606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07" name="Google Shape;1607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08" name="Google Shape;1608;p18"/>
                <p:cNvGrpSpPr/>
                <p:nvPr/>
              </p:nvGrpSpPr>
              <p:grpSpPr>
                <a:xfrm>
                  <a:off x="2939" y="2903"/>
                  <a:ext cx="142" cy="447"/>
                  <a:chOff x="2780" y="2877"/>
                  <a:chExt cx="142" cy="447"/>
                </a:xfrm>
              </p:grpSpPr>
              <p:sp>
                <p:nvSpPr>
                  <p:cNvPr id="1609" name="Google Shape;1609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10" name="Google Shape;1610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11" name="Google Shape;1611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12" name="Google Shape;1612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13" name="Google Shape;1613;p18"/>
                <p:cNvGrpSpPr/>
                <p:nvPr/>
              </p:nvGrpSpPr>
              <p:grpSpPr>
                <a:xfrm>
                  <a:off x="3066" y="2882"/>
                  <a:ext cx="142" cy="447"/>
                  <a:chOff x="2780" y="2877"/>
                  <a:chExt cx="142" cy="447"/>
                </a:xfrm>
              </p:grpSpPr>
              <p:sp>
                <p:nvSpPr>
                  <p:cNvPr id="1614" name="Google Shape;1614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15" name="Google Shape;1615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16" name="Google Shape;1616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17" name="Google Shape;1617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18" name="Google Shape;1618;p18"/>
                <p:cNvGrpSpPr/>
                <p:nvPr/>
              </p:nvGrpSpPr>
              <p:grpSpPr>
                <a:xfrm>
                  <a:off x="3185" y="2882"/>
                  <a:ext cx="142" cy="447"/>
                  <a:chOff x="2780" y="2877"/>
                  <a:chExt cx="142" cy="447"/>
                </a:xfrm>
              </p:grpSpPr>
              <p:sp>
                <p:nvSpPr>
                  <p:cNvPr id="1619" name="Google Shape;1619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20" name="Google Shape;1620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21" name="Google Shape;1621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2" name="Google Shape;1622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23" name="Google Shape;1623;p18"/>
                <p:cNvGrpSpPr/>
                <p:nvPr/>
              </p:nvGrpSpPr>
              <p:grpSpPr>
                <a:xfrm>
                  <a:off x="3312" y="2881"/>
                  <a:ext cx="142" cy="447"/>
                  <a:chOff x="2780" y="2877"/>
                  <a:chExt cx="142" cy="447"/>
                </a:xfrm>
              </p:grpSpPr>
              <p:sp>
                <p:nvSpPr>
                  <p:cNvPr id="1624" name="Google Shape;1624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25" name="Google Shape;1625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26" name="Google Shape;1626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27" name="Google Shape;1627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28" name="Google Shape;1628;p18"/>
                <p:cNvGrpSpPr/>
                <p:nvPr/>
              </p:nvGrpSpPr>
              <p:grpSpPr>
                <a:xfrm>
                  <a:off x="3438" y="2868"/>
                  <a:ext cx="142" cy="447"/>
                  <a:chOff x="2780" y="2877"/>
                  <a:chExt cx="142" cy="447"/>
                </a:xfrm>
              </p:grpSpPr>
              <p:sp>
                <p:nvSpPr>
                  <p:cNvPr id="1629" name="Google Shape;1629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30" name="Google Shape;1630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31" name="Google Shape;1631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32" name="Google Shape;1632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33" name="Google Shape;1633;p18"/>
                <p:cNvGrpSpPr/>
                <p:nvPr/>
              </p:nvGrpSpPr>
              <p:grpSpPr>
                <a:xfrm>
                  <a:off x="3572" y="2867"/>
                  <a:ext cx="142" cy="447"/>
                  <a:chOff x="2780" y="2877"/>
                  <a:chExt cx="142" cy="447"/>
                </a:xfrm>
              </p:grpSpPr>
              <p:sp>
                <p:nvSpPr>
                  <p:cNvPr id="1634" name="Google Shape;1634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35" name="Google Shape;1635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36" name="Google Shape;1636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37" name="Google Shape;1637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38" name="Google Shape;1638;p18"/>
                <p:cNvGrpSpPr/>
                <p:nvPr/>
              </p:nvGrpSpPr>
              <p:grpSpPr>
                <a:xfrm>
                  <a:off x="3698" y="2867"/>
                  <a:ext cx="142" cy="447"/>
                  <a:chOff x="2780" y="2877"/>
                  <a:chExt cx="142" cy="447"/>
                </a:xfrm>
              </p:grpSpPr>
              <p:sp>
                <p:nvSpPr>
                  <p:cNvPr id="1639" name="Google Shape;1639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40" name="Google Shape;1640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41" name="Google Shape;1641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42" name="Google Shape;1642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1643" name="Google Shape;1643;p18"/>
                <p:cNvGrpSpPr/>
                <p:nvPr/>
              </p:nvGrpSpPr>
              <p:grpSpPr>
                <a:xfrm>
                  <a:off x="3831" y="2874"/>
                  <a:ext cx="142" cy="447"/>
                  <a:chOff x="2780" y="2877"/>
                  <a:chExt cx="142" cy="447"/>
                </a:xfrm>
              </p:grpSpPr>
              <p:sp>
                <p:nvSpPr>
                  <p:cNvPr id="1644" name="Google Shape;1644;p18"/>
                  <p:cNvSpPr/>
                  <p:nvPr/>
                </p:nvSpPr>
                <p:spPr>
                  <a:xfrm flipH="1" rot="-150097">
                    <a:off x="2890" y="3110"/>
                    <a:ext cx="27" cy="214"/>
                  </a:xfrm>
                  <a:custGeom>
                    <a:rect b="b" l="l" r="r" t="t"/>
                    <a:pathLst>
                      <a:path extrusionOk="0" h="324" w="22">
                        <a:moveTo>
                          <a:pt x="22" y="0"/>
                        </a:moveTo>
                        <a:cubicBezTo>
                          <a:pt x="10" y="47"/>
                          <a:pt x="19" y="74"/>
                          <a:pt x="16" y="136"/>
                        </a:cubicBezTo>
                        <a:cubicBezTo>
                          <a:pt x="15" y="158"/>
                          <a:pt x="4" y="182"/>
                          <a:pt x="0" y="204"/>
                        </a:cubicBezTo>
                        <a:cubicBezTo>
                          <a:pt x="2" y="311"/>
                          <a:pt x="2" y="271"/>
                          <a:pt x="2" y="324"/>
                        </a:cubicBezTo>
                      </a:path>
                    </a:pathLst>
                  </a:custGeom>
                  <a:noFill/>
                  <a:ln cap="flat" cmpd="sng" w="12700">
                    <a:solidFill>
                      <a:schemeClr val="lt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645" name="Google Shape;1645;p18"/>
                  <p:cNvGrpSpPr/>
                  <p:nvPr/>
                </p:nvGrpSpPr>
                <p:grpSpPr>
                  <a:xfrm>
                    <a:off x="2780" y="2877"/>
                    <a:ext cx="133" cy="437"/>
                    <a:chOff x="2808" y="2884"/>
                    <a:chExt cx="133" cy="437"/>
                  </a:xfrm>
                </p:grpSpPr>
                <p:sp>
                  <p:nvSpPr>
                    <p:cNvPr id="1646" name="Google Shape;1646;p18"/>
                    <p:cNvSpPr/>
                    <p:nvPr/>
                  </p:nvSpPr>
                  <p:spPr>
                    <a:xfrm flipH="1" rot="-150097">
                      <a:off x="2858" y="3111"/>
                      <a:ext cx="27" cy="210"/>
                    </a:xfrm>
                    <a:custGeom>
                      <a:rect b="b" l="l" r="r" t="t"/>
                      <a:pathLst>
                        <a:path extrusionOk="0" h="318" w="87">
                          <a:moveTo>
                            <a:pt x="29" y="0"/>
                          </a:moveTo>
                          <a:cubicBezTo>
                            <a:pt x="0" y="116"/>
                            <a:pt x="9" y="140"/>
                            <a:pt x="55" y="210"/>
                          </a:cubicBezTo>
                          <a:cubicBezTo>
                            <a:pt x="62" y="247"/>
                            <a:pt x="87" y="280"/>
                            <a:pt x="87" y="318"/>
                          </a:cubicBezTo>
                        </a:path>
                      </a:pathLst>
                    </a:custGeom>
                    <a:noFill/>
                    <a:ln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647" name="Google Shape;1647;p18"/>
                    <p:cNvSpPr/>
                    <p:nvPr/>
                  </p:nvSpPr>
                  <p:spPr>
                    <a:xfrm rot="-150097">
                      <a:off x="2813" y="2887"/>
                      <a:ext cx="123" cy="225"/>
                    </a:xfrm>
                    <a:prstGeom prst="ellipse">
                      <a:avLst/>
                    </a:prstGeom>
                    <a:gradFill>
                      <a:gsLst>
                        <a:gs pos="0">
                          <a:schemeClr val="accent2"/>
                        </a:gs>
                        <a:gs pos="100000">
                          <a:srgbClr val="23236B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sp>
            <p:nvSpPr>
              <p:cNvPr id="1648" name="Google Shape;1648;p18"/>
              <p:cNvSpPr/>
              <p:nvPr/>
            </p:nvSpPr>
            <p:spPr>
              <a:xfrm>
                <a:off x="3517" y="1788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18"/>
              <p:cNvSpPr/>
              <p:nvPr/>
            </p:nvSpPr>
            <p:spPr>
              <a:xfrm>
                <a:off x="3276" y="1807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18"/>
              <p:cNvSpPr/>
              <p:nvPr/>
            </p:nvSpPr>
            <p:spPr>
              <a:xfrm>
                <a:off x="3798" y="1809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18"/>
              <p:cNvSpPr/>
              <p:nvPr/>
            </p:nvSpPr>
            <p:spPr>
              <a:xfrm>
                <a:off x="2897" y="1834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18"/>
              <p:cNvSpPr/>
              <p:nvPr/>
            </p:nvSpPr>
            <p:spPr>
              <a:xfrm>
                <a:off x="3393" y="1811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18"/>
              <p:cNvSpPr/>
              <p:nvPr/>
            </p:nvSpPr>
            <p:spPr>
              <a:xfrm>
                <a:off x="2751" y="1837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18"/>
              <p:cNvSpPr/>
              <p:nvPr/>
            </p:nvSpPr>
            <p:spPr>
              <a:xfrm>
                <a:off x="3152" y="1809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18"/>
              <p:cNvSpPr/>
              <p:nvPr/>
            </p:nvSpPr>
            <p:spPr>
              <a:xfrm>
                <a:off x="3656" y="1799"/>
                <a:ext cx="56" cy="211"/>
              </a:xfrm>
              <a:prstGeom prst="ellipse">
                <a:avLst/>
              </a:prstGeom>
              <a:gradFill>
                <a:gsLst>
                  <a:gs pos="0">
                    <a:srgbClr val="FFFF00"/>
                  </a:gs>
                  <a:gs pos="100000">
                    <a:srgbClr val="767600"/>
                  </a:gs>
                </a:gsLst>
                <a:path path="circle">
                  <a:fillToRect b="50%" l="50%" r="50%" t="50%"/>
                </a:path>
                <a:tileRect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6" name="Google Shape;1656;p18"/>
            <p:cNvGrpSpPr/>
            <p:nvPr/>
          </p:nvGrpSpPr>
          <p:grpSpPr>
            <a:xfrm>
              <a:off x="4700" y="2393"/>
              <a:ext cx="142" cy="447"/>
              <a:chOff x="2780" y="2877"/>
              <a:chExt cx="142" cy="447"/>
            </a:xfrm>
          </p:grpSpPr>
          <p:sp>
            <p:nvSpPr>
              <p:cNvPr id="1657" name="Google Shape;1657;p18"/>
              <p:cNvSpPr/>
              <p:nvPr/>
            </p:nvSpPr>
            <p:spPr>
              <a:xfrm flipH="1" rot="-150097">
                <a:off x="2890" y="3110"/>
                <a:ext cx="27" cy="214"/>
              </a:xfrm>
              <a:custGeom>
                <a:rect b="b" l="l" r="r" t="t"/>
                <a:pathLst>
                  <a:path extrusionOk="0" h="324" w="22">
                    <a:moveTo>
                      <a:pt x="22" y="0"/>
                    </a:moveTo>
                    <a:cubicBezTo>
                      <a:pt x="10" y="47"/>
                      <a:pt x="19" y="74"/>
                      <a:pt x="16" y="136"/>
                    </a:cubicBezTo>
                    <a:cubicBezTo>
                      <a:pt x="15" y="158"/>
                      <a:pt x="4" y="182"/>
                      <a:pt x="0" y="204"/>
                    </a:cubicBezTo>
                    <a:cubicBezTo>
                      <a:pt x="2" y="311"/>
                      <a:pt x="2" y="271"/>
                      <a:pt x="2" y="324"/>
                    </a:cubicBezTo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58" name="Google Shape;1658;p18"/>
              <p:cNvGrpSpPr/>
              <p:nvPr/>
            </p:nvGrpSpPr>
            <p:grpSpPr>
              <a:xfrm>
                <a:off x="2780" y="2877"/>
                <a:ext cx="133" cy="437"/>
                <a:chOff x="2808" y="2884"/>
                <a:chExt cx="133" cy="437"/>
              </a:xfrm>
            </p:grpSpPr>
            <p:sp>
              <p:nvSpPr>
                <p:cNvPr id="1659" name="Google Shape;1659;p18"/>
                <p:cNvSpPr/>
                <p:nvPr/>
              </p:nvSpPr>
              <p:spPr>
                <a:xfrm flipH="1" rot="-150097">
                  <a:off x="2858" y="3111"/>
                  <a:ext cx="27" cy="210"/>
                </a:xfrm>
                <a:custGeom>
                  <a:rect b="b" l="l" r="r" t="t"/>
                  <a:pathLst>
                    <a:path extrusionOk="0" h="318" w="87">
                      <a:moveTo>
                        <a:pt x="29" y="0"/>
                      </a:moveTo>
                      <a:cubicBezTo>
                        <a:pt x="0" y="116"/>
                        <a:pt x="9" y="140"/>
                        <a:pt x="55" y="210"/>
                      </a:cubicBezTo>
                      <a:cubicBezTo>
                        <a:pt x="62" y="247"/>
                        <a:pt x="87" y="280"/>
                        <a:pt x="87" y="318"/>
                      </a:cubicBezTo>
                    </a:path>
                  </a:pathLst>
                </a:cu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0" name="Google Shape;1660;p18"/>
                <p:cNvSpPr/>
                <p:nvPr/>
              </p:nvSpPr>
              <p:spPr>
                <a:xfrm rot="-150097">
                  <a:off x="2813" y="2887"/>
                  <a:ext cx="123" cy="225"/>
                </a:xfrm>
                <a:prstGeom prst="ellipse">
                  <a:avLst/>
                </a:prstGeom>
                <a:gradFill>
                  <a:gsLst>
                    <a:gs pos="0">
                      <a:schemeClr val="accent2"/>
                    </a:gs>
                    <a:gs pos="100000">
                      <a:srgbClr val="23236B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661" name="Google Shape;1661;p18"/>
            <p:cNvSpPr/>
            <p:nvPr/>
          </p:nvSpPr>
          <p:spPr>
            <a:xfrm>
              <a:off x="4713" y="2632"/>
              <a:ext cx="56" cy="211"/>
            </a:xfrm>
            <a:prstGeom prst="ellipse">
              <a:avLst/>
            </a:prstGeom>
            <a:gradFill>
              <a:gsLst>
                <a:gs pos="0">
                  <a:srgbClr val="FFFF00"/>
                </a:gs>
                <a:gs pos="100000">
                  <a:srgbClr val="767600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2" name="Google Shape;1662;p18"/>
          <p:cNvGrpSpPr/>
          <p:nvPr/>
        </p:nvGrpSpPr>
        <p:grpSpPr>
          <a:xfrm>
            <a:off x="7199313" y="4325938"/>
            <a:ext cx="911225" cy="1928812"/>
            <a:chOff x="3863" y="2662"/>
            <a:chExt cx="574" cy="1215"/>
          </a:xfrm>
        </p:grpSpPr>
        <p:sp>
          <p:nvSpPr>
            <p:cNvPr id="1663" name="Google Shape;1663;p18"/>
            <p:cNvSpPr/>
            <p:nvPr/>
          </p:nvSpPr>
          <p:spPr>
            <a:xfrm>
              <a:off x="3863" y="2719"/>
              <a:ext cx="57" cy="1117"/>
            </a:xfrm>
            <a:custGeom>
              <a:rect b="b" l="l" r="r" t="t"/>
              <a:pathLst>
                <a:path extrusionOk="0" h="1117" w="57">
                  <a:moveTo>
                    <a:pt x="50" y="0"/>
                  </a:moveTo>
                  <a:cubicBezTo>
                    <a:pt x="25" y="174"/>
                    <a:pt x="0" y="348"/>
                    <a:pt x="1" y="534"/>
                  </a:cubicBezTo>
                  <a:cubicBezTo>
                    <a:pt x="2" y="720"/>
                    <a:pt x="29" y="918"/>
                    <a:pt x="57" y="1117"/>
                  </a:cubicBezTo>
                </a:path>
              </a:pathLst>
            </a:custGeom>
            <a:solidFill>
              <a:srgbClr val="506C6C"/>
            </a:solidFill>
            <a:ln cap="flat" cmpd="sng" w="9525">
              <a:solidFill>
                <a:srgbClr val="506C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18"/>
            <p:cNvSpPr/>
            <p:nvPr/>
          </p:nvSpPr>
          <p:spPr>
            <a:xfrm flipH="1">
              <a:off x="4375" y="2717"/>
              <a:ext cx="62" cy="1117"/>
            </a:xfrm>
            <a:custGeom>
              <a:rect b="b" l="l" r="r" t="t"/>
              <a:pathLst>
                <a:path extrusionOk="0" h="1117" w="57">
                  <a:moveTo>
                    <a:pt x="50" y="0"/>
                  </a:moveTo>
                  <a:cubicBezTo>
                    <a:pt x="25" y="174"/>
                    <a:pt x="0" y="348"/>
                    <a:pt x="1" y="534"/>
                  </a:cubicBezTo>
                  <a:cubicBezTo>
                    <a:pt x="2" y="720"/>
                    <a:pt x="29" y="918"/>
                    <a:pt x="57" y="1117"/>
                  </a:cubicBezTo>
                </a:path>
              </a:pathLst>
            </a:custGeom>
            <a:solidFill>
              <a:srgbClr val="506C6C"/>
            </a:solidFill>
            <a:ln cap="flat" cmpd="sng" w="9525">
              <a:solidFill>
                <a:srgbClr val="506C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18"/>
            <p:cNvSpPr/>
            <p:nvPr/>
          </p:nvSpPr>
          <p:spPr>
            <a:xfrm>
              <a:off x="3899" y="2662"/>
              <a:ext cx="492" cy="1215"/>
            </a:xfrm>
            <a:prstGeom prst="can">
              <a:avLst>
                <a:gd fmla="val 31966" name="adj"/>
              </a:avLst>
            </a:prstGeom>
            <a:gradFill>
              <a:gsLst>
                <a:gs pos="0">
                  <a:srgbClr val="506C6C"/>
                </a:gs>
                <a:gs pos="50000">
                  <a:schemeClr val="accent1"/>
                </a:gs>
                <a:gs pos="100000">
                  <a:srgbClr val="506C6C"/>
                </a:gs>
              </a:gsLst>
              <a:lin ang="0" scaled="0"/>
            </a:gradFill>
            <a:ln cap="flat" cmpd="sng" w="9525">
              <a:solidFill>
                <a:srgbClr val="506C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18"/>
            <p:cNvSpPr/>
            <p:nvPr/>
          </p:nvSpPr>
          <p:spPr>
            <a:xfrm>
              <a:off x="3981" y="2684"/>
              <a:ext cx="316" cy="106"/>
            </a:xfrm>
            <a:prstGeom prst="ellipse">
              <a:avLst/>
            </a:prstGeom>
            <a:gradFill>
              <a:gsLst>
                <a:gs pos="0">
                  <a:srgbClr val="839D9F"/>
                </a:gs>
                <a:gs pos="50000">
                  <a:schemeClr val="accent1"/>
                </a:gs>
                <a:gs pos="100000">
                  <a:srgbClr val="839D9F"/>
                </a:gs>
              </a:gsLst>
              <a:lin ang="0" scaled="0"/>
            </a:gra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67" name="Google Shape;1667;p18"/>
          <p:cNvCxnSpPr/>
          <p:nvPr/>
        </p:nvCxnSpPr>
        <p:spPr>
          <a:xfrm>
            <a:off x="7645400" y="3735388"/>
            <a:ext cx="0" cy="814387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8" name="Google Shape;1668;p18"/>
          <p:cNvCxnSpPr/>
          <p:nvPr/>
        </p:nvCxnSpPr>
        <p:spPr>
          <a:xfrm>
            <a:off x="7645400" y="6243638"/>
            <a:ext cx="0" cy="401637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9" name="Google Shape;1669;p18"/>
          <p:cNvSpPr txBox="1"/>
          <p:nvPr/>
        </p:nvSpPr>
        <p:spPr>
          <a:xfrm>
            <a:off x="7378700" y="3390900"/>
            <a:ext cx="5683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</a:t>
            </a:r>
            <a:r>
              <a:rPr baseline="3000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aseline="30000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0" name="Google Shape;1670;p18"/>
          <p:cNvGrpSpPr/>
          <p:nvPr/>
        </p:nvGrpSpPr>
        <p:grpSpPr>
          <a:xfrm>
            <a:off x="8094688" y="2863590"/>
            <a:ext cx="765585" cy="1866367"/>
            <a:chOff x="5099" y="1804"/>
            <a:chExt cx="482" cy="1176"/>
          </a:xfrm>
        </p:grpSpPr>
        <p:sp>
          <p:nvSpPr>
            <p:cNvPr id="1671" name="Google Shape;1671;p18"/>
            <p:cNvSpPr/>
            <p:nvPr/>
          </p:nvSpPr>
          <p:spPr>
            <a:xfrm rot="-1312222">
              <a:off x="5373" y="1834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18"/>
            <p:cNvSpPr/>
            <p:nvPr/>
          </p:nvSpPr>
          <p:spPr>
            <a:xfrm rot="-2564009">
              <a:off x="5210" y="1923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18"/>
            <p:cNvSpPr/>
            <p:nvPr/>
          </p:nvSpPr>
          <p:spPr>
            <a:xfrm rot="3305463">
              <a:off x="5116" y="2067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18"/>
            <p:cNvSpPr/>
            <p:nvPr/>
          </p:nvSpPr>
          <p:spPr>
            <a:xfrm rot="5400000">
              <a:off x="5220" y="2627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5" name="Google Shape;1675;p18"/>
            <p:cNvSpPr/>
            <p:nvPr/>
          </p:nvSpPr>
          <p:spPr>
            <a:xfrm rot="5400000">
              <a:off x="5223" y="2815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6" name="Google Shape;1676;p18"/>
            <p:cNvSpPr/>
            <p:nvPr/>
          </p:nvSpPr>
          <p:spPr>
            <a:xfrm rot="5400000">
              <a:off x="5219" y="2431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18"/>
            <p:cNvSpPr/>
            <p:nvPr/>
          </p:nvSpPr>
          <p:spPr>
            <a:xfrm rot="4557550">
              <a:off x="5191" y="2241"/>
              <a:ext cx="189" cy="140"/>
            </a:xfrm>
            <a:prstGeom prst="hexagon">
              <a:avLst>
                <a:gd fmla="val 33750" name="adj"/>
                <a:gd fmla="val 115470" name="vf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3" name="Google Shape;1683;p19"/>
          <p:cNvPicPr preferRelativeResize="0"/>
          <p:nvPr/>
        </p:nvPicPr>
        <p:blipFill rotWithShape="1">
          <a:blip r:embed="rId3">
            <a:alphaModFix/>
          </a:blip>
          <a:srcRect b="9360" l="0" r="51835" t="48839"/>
          <a:stretch/>
        </p:blipFill>
        <p:spPr>
          <a:xfrm>
            <a:off x="5230178" y="4324350"/>
            <a:ext cx="3349625" cy="2381250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808080"/>
            </a:outerShdw>
          </a:effectLst>
        </p:spPr>
      </p:pic>
      <p:sp>
        <p:nvSpPr>
          <p:cNvPr id="1684" name="Google Shape;1684;p19"/>
          <p:cNvSpPr txBox="1"/>
          <p:nvPr>
            <p:ph idx="4294967295" type="title"/>
          </p:nvPr>
        </p:nvSpPr>
        <p:spPr>
          <a:xfrm>
            <a:off x="0" y="228600"/>
            <a:ext cx="8434388" cy="762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Membrane fat composition varies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ectangle: Click to edit Master text styles&#10;Second level&#10;Third level&#10;Fourth level&#10;Fifth level" id="1685" name="Google Shape;1685;p19"/>
          <p:cNvSpPr txBox="1"/>
          <p:nvPr>
            <p:ph idx="4294967295" type="body"/>
          </p:nvPr>
        </p:nvSpPr>
        <p:spPr>
          <a:xfrm>
            <a:off x="360045" y="1106170"/>
            <a:ext cx="8317230" cy="26600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Fat composition affects flexibility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membrane must be fluid &amp; flexible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about as fluid as thick salad oil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% unsaturated fatty acids in phospholipids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keep membrane less viscous</a:t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  <p:pic>
        <p:nvPicPr>
          <p:cNvPr descr="06_05" id="1686" name="Google Shape;1686;p19"/>
          <p:cNvPicPr preferRelativeResize="0"/>
          <p:nvPr/>
        </p:nvPicPr>
        <p:blipFill rotWithShape="1">
          <a:blip r:embed="rId4">
            <a:alphaModFix/>
          </a:blip>
          <a:srcRect b="24001" l="0" r="67500" t="40500"/>
          <a:stretch/>
        </p:blipFill>
        <p:spPr>
          <a:xfrm>
            <a:off x="1313180" y="4613275"/>
            <a:ext cx="3086100" cy="2092325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808080"/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2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Membrane Proteins</a:t>
            </a:r>
            <a:endParaRPr b="1" sz="4000"/>
          </a:p>
        </p:txBody>
      </p:sp>
      <p:sp>
        <p:nvSpPr>
          <p:cNvPr id="1693" name="Google Shape;1693;p20"/>
          <p:cNvSpPr txBox="1"/>
          <p:nvPr>
            <p:ph idx="4294967295" type="body"/>
          </p:nvPr>
        </p:nvSpPr>
        <p:spPr>
          <a:xfrm>
            <a:off x="0" y="2057400"/>
            <a:ext cx="4038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They are present in the form of irregularly rounded masses.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Most of them are “Peripheral proteins.”</a:t>
            </a:r>
            <a:endParaRPr sz="2400"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Some of them are “Integral or Trans-membrane proteins.”</a:t>
            </a:r>
            <a:endParaRPr sz="2400"/>
          </a:p>
          <a:p>
            <a:pPr indent="-254000" lvl="0" marL="342900" rtl="0" algn="l">
              <a:lnSpc>
                <a:spcPct val="17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t/>
            </a:r>
            <a:endParaRPr sz="1400"/>
          </a:p>
        </p:txBody>
      </p:sp>
      <p:pic>
        <p:nvPicPr>
          <p:cNvPr descr="MembraneProteins" id="1694" name="Google Shape;16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2133600"/>
            <a:ext cx="474345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21"/>
          <p:cNvSpPr txBox="1"/>
          <p:nvPr>
            <p:ph idx="4294967295" type="title"/>
          </p:nvPr>
        </p:nvSpPr>
        <p:spPr>
          <a:xfrm>
            <a:off x="457200" y="-76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Membrane Proteins</a:t>
            </a:r>
            <a:endParaRPr b="1"/>
          </a:p>
        </p:txBody>
      </p:sp>
      <p:sp>
        <p:nvSpPr>
          <p:cNvPr descr="Rectangle: Click to edit Master text styles&#10;Second level&#10;Third level&#10;Fourth level&#10;Fifth level" id="1701" name="Google Shape;1701;p21"/>
          <p:cNvSpPr txBox="1"/>
          <p:nvPr>
            <p:ph idx="4294967295" type="body"/>
          </p:nvPr>
        </p:nvSpPr>
        <p:spPr>
          <a:xfrm>
            <a:off x="0" y="685800"/>
            <a:ext cx="8305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None/>
            </a:pPr>
            <a:r>
              <a:rPr lang="en-US" sz="2400"/>
              <a:t>Membrane proteins:</a:t>
            </a:r>
            <a:endParaRPr sz="2400"/>
          </a:p>
          <a:p>
            <a:pPr indent="-285750" lvl="1" marL="742950" rtl="0" algn="l">
              <a:lnSpc>
                <a:spcPct val="11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Char char="–"/>
            </a:pPr>
            <a:r>
              <a:rPr lang="en-US" sz="2400" u="sng">
                <a:solidFill>
                  <a:srgbClr val="CC0000"/>
                </a:solidFill>
              </a:rPr>
              <a:t>Peripheral proteins</a:t>
            </a:r>
            <a:r>
              <a:rPr lang="en-US" sz="2400"/>
              <a:t> </a:t>
            </a:r>
            <a:endParaRPr sz="2400"/>
          </a:p>
          <a:p>
            <a:pPr indent="-228600" lvl="2" marL="11430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loosely bound to surface of membrane</a:t>
            </a:r>
            <a:endParaRPr sz="2000"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cell surface identity marker (</a:t>
            </a:r>
            <a:r>
              <a:rPr lang="en-US" sz="2000" u="sng">
                <a:solidFill>
                  <a:srgbClr val="CC0000"/>
                </a:solidFill>
              </a:rPr>
              <a:t>antigens</a:t>
            </a:r>
            <a:r>
              <a:rPr lang="en-US" sz="2000"/>
              <a:t>)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Char char="–"/>
            </a:pPr>
            <a:r>
              <a:rPr lang="en-US" sz="2400" u="sng">
                <a:solidFill>
                  <a:srgbClr val="CC0000"/>
                </a:solidFill>
              </a:rPr>
              <a:t>Integral proteins</a:t>
            </a:r>
            <a:r>
              <a:rPr lang="en-US" sz="2400"/>
              <a:t> 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penetrate lipid bilayer, usually across whole membrane </a:t>
            </a:r>
            <a:endParaRPr sz="2000"/>
          </a:p>
          <a:p>
            <a:pPr indent="-228600" lvl="2" marL="11430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u="sng">
                <a:solidFill>
                  <a:srgbClr val="CC0000"/>
                </a:solidFill>
              </a:rPr>
              <a:t>transmembrane</a:t>
            </a:r>
            <a:r>
              <a:rPr lang="en-US" sz="2000"/>
              <a:t> protein</a:t>
            </a:r>
            <a:endParaRPr sz="2000"/>
          </a:p>
          <a:p>
            <a:pPr indent="-228600" lvl="2" marL="11430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transport proteins</a:t>
            </a:r>
            <a:endParaRPr sz="2000"/>
          </a:p>
          <a:p>
            <a:pPr indent="-228600" lvl="3" marL="1600200" rtl="0" algn="l">
              <a:lnSpc>
                <a:spcPct val="11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</a:pPr>
            <a:r>
              <a:rPr lang="en-US" sz="1800"/>
              <a:t>channels, permeases (pumps)</a:t>
            </a:r>
            <a:endParaRPr sz="1800"/>
          </a:p>
        </p:txBody>
      </p:sp>
      <p:pic>
        <p:nvPicPr>
          <p:cNvPr descr="membrane_proteins" id="1702" name="Google Shape;17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191000"/>
            <a:ext cx="65532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Cell Membrane</a:t>
            </a:r>
            <a:endParaRPr sz="4000"/>
          </a:p>
        </p:txBody>
      </p:sp>
      <p:sp>
        <p:nvSpPr>
          <p:cNvPr id="1708" name="Google Shape;1708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Peripheral Proteins –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attachments to the phospholipid bi-layer</a:t>
            </a:r>
            <a:endParaRPr/>
          </a:p>
        </p:txBody>
      </p:sp>
      <p:grpSp>
        <p:nvGrpSpPr>
          <p:cNvPr id="1709" name="Google Shape;1709;p22"/>
          <p:cNvGrpSpPr/>
          <p:nvPr/>
        </p:nvGrpSpPr>
        <p:grpSpPr>
          <a:xfrm>
            <a:off x="260350" y="2743200"/>
            <a:ext cx="2270125" cy="3695700"/>
            <a:chOff x="164" y="1777"/>
            <a:chExt cx="1430" cy="2328"/>
          </a:xfrm>
        </p:grpSpPr>
        <p:pic>
          <p:nvPicPr>
            <p:cNvPr descr="peripheral protein types" id="1710" name="Google Shape;1710;p22"/>
            <p:cNvPicPr preferRelativeResize="0"/>
            <p:nvPr/>
          </p:nvPicPr>
          <p:blipFill rotWithShape="1">
            <a:blip r:embed="rId3">
              <a:alphaModFix/>
            </a:blip>
            <a:srcRect b="0" l="0" r="78320" t="0"/>
            <a:stretch/>
          </p:blipFill>
          <p:spPr>
            <a:xfrm>
              <a:off x="481" y="1777"/>
              <a:ext cx="844" cy="15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1" name="Google Shape;1711;p22"/>
            <p:cNvSpPr/>
            <p:nvPr/>
          </p:nvSpPr>
          <p:spPr>
            <a:xfrm>
              <a:off x="164" y="3355"/>
              <a:ext cx="1430" cy="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interaction with alpha helix in transmembrane protein (not shown)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2" name="Google Shape;1712;p22"/>
          <p:cNvGrpSpPr/>
          <p:nvPr/>
        </p:nvGrpSpPr>
        <p:grpSpPr>
          <a:xfrm>
            <a:off x="2598738" y="2728913"/>
            <a:ext cx="1717675" cy="3570287"/>
            <a:chOff x="1637" y="1768"/>
            <a:chExt cx="1082" cy="2249"/>
          </a:xfrm>
        </p:grpSpPr>
        <p:sp>
          <p:nvSpPr>
            <p:cNvPr id="1713" name="Google Shape;1713;p22"/>
            <p:cNvSpPr/>
            <p:nvPr/>
          </p:nvSpPr>
          <p:spPr>
            <a:xfrm>
              <a:off x="1661" y="3440"/>
              <a:ext cx="1045" cy="5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interaction by a hydrophobic loop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eripheral protein types" id="1714" name="Google Shape;1714;p22"/>
            <p:cNvPicPr preferRelativeResize="0"/>
            <p:nvPr/>
          </p:nvPicPr>
          <p:blipFill rotWithShape="1">
            <a:blip r:embed="rId3">
              <a:alphaModFix/>
            </a:blip>
            <a:srcRect b="0" l="28512" r="43697" t="0"/>
            <a:stretch/>
          </p:blipFill>
          <p:spPr>
            <a:xfrm>
              <a:off x="1637" y="1768"/>
              <a:ext cx="1082" cy="15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5" name="Google Shape;1715;p22"/>
          <p:cNvGrpSpPr/>
          <p:nvPr/>
        </p:nvGrpSpPr>
        <p:grpSpPr>
          <a:xfrm>
            <a:off x="4568825" y="2725738"/>
            <a:ext cx="1795463" cy="4179887"/>
            <a:chOff x="2878" y="1759"/>
            <a:chExt cx="1131" cy="2633"/>
          </a:xfrm>
        </p:grpSpPr>
        <p:sp>
          <p:nvSpPr>
            <p:cNvPr id="1716" name="Google Shape;1716;p22"/>
            <p:cNvSpPr/>
            <p:nvPr/>
          </p:nvSpPr>
          <p:spPr>
            <a:xfrm>
              <a:off x="2898" y="3123"/>
              <a:ext cx="1086" cy="12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interaction by a covalently bound membrane lipid (</a:t>
              </a:r>
              <a:r>
                <a:rPr i="1"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forms many sphingolipids)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eripheral protein types" id="1717" name="Google Shape;1717;p22"/>
            <p:cNvPicPr preferRelativeResize="0"/>
            <p:nvPr/>
          </p:nvPicPr>
          <p:blipFill rotWithShape="1">
            <a:blip r:embed="rId3">
              <a:alphaModFix/>
            </a:blip>
            <a:srcRect b="0" l="50345" r="20604" t="0"/>
            <a:stretch/>
          </p:blipFill>
          <p:spPr>
            <a:xfrm>
              <a:off x="2878" y="1759"/>
              <a:ext cx="1131" cy="155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8" name="Google Shape;1718;p22"/>
          <p:cNvGrpSpPr/>
          <p:nvPr/>
        </p:nvGrpSpPr>
        <p:grpSpPr>
          <a:xfrm>
            <a:off x="6672263" y="2722563"/>
            <a:ext cx="1836737" cy="3898900"/>
            <a:chOff x="4203" y="1757"/>
            <a:chExt cx="1157" cy="2456"/>
          </a:xfrm>
        </p:grpSpPr>
        <p:sp>
          <p:nvSpPr>
            <p:cNvPr id="1719" name="Google Shape;1719;p22"/>
            <p:cNvSpPr/>
            <p:nvPr/>
          </p:nvSpPr>
          <p:spPr>
            <a:xfrm>
              <a:off x="4245" y="3290"/>
              <a:ext cx="1115" cy="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electrostatic or ionic interactions with membrane lipids</a:t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peripheral protein types" id="1720" name="Google Shape;1720;p22"/>
            <p:cNvPicPr preferRelativeResize="0"/>
            <p:nvPr/>
          </p:nvPicPr>
          <p:blipFill rotWithShape="1">
            <a:blip r:embed="rId3">
              <a:alphaModFix/>
            </a:blip>
            <a:srcRect b="0" l="71251" r="392" t="0"/>
            <a:stretch/>
          </p:blipFill>
          <p:spPr>
            <a:xfrm>
              <a:off x="4203" y="1757"/>
              <a:ext cx="1104" cy="15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23"/>
          <p:cNvSpPr txBox="1"/>
          <p:nvPr>
            <p:ph type="title"/>
          </p:nvPr>
        </p:nvSpPr>
        <p:spPr>
          <a:xfrm>
            <a:off x="457200" y="213995"/>
            <a:ext cx="8229600" cy="9512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Functions Of Proteins</a:t>
            </a:r>
            <a:endParaRPr sz="3600"/>
          </a:p>
        </p:txBody>
      </p:sp>
      <p:sp>
        <p:nvSpPr>
          <p:cNvPr id="1726" name="Google Shape;1726;p23"/>
          <p:cNvSpPr txBox="1"/>
          <p:nvPr>
            <p:ph idx="1" type="body"/>
          </p:nvPr>
        </p:nvSpPr>
        <p:spPr>
          <a:xfrm>
            <a:off x="212725" y="963295"/>
            <a:ext cx="8554720" cy="5895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/>
              <a:t>Integral proteins</a:t>
            </a:r>
            <a:r>
              <a:rPr lang="en-US" sz="2000"/>
              <a:t> provide the structural integrity of the cell membrane.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lang="en-US" sz="2400"/>
              <a:t>Channel proteins</a:t>
            </a:r>
            <a:r>
              <a:rPr lang="en-US" sz="2000"/>
              <a:t> help in the diffusion of water soluble substances like glucose and electrolytes.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lang="en-US" sz="2400"/>
              <a:t>Carrier or transport proteins</a:t>
            </a:r>
            <a:r>
              <a:rPr lang="en-US" sz="2000"/>
              <a:t> help in the transport of substances across the cell membrane by means of active or passive transport.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b="1" lang="en-US" sz="2400"/>
              <a:t>Pump:</a:t>
            </a:r>
            <a:r>
              <a:rPr lang="en-US" sz="2000"/>
              <a:t> Some carrier proteins act as pumps, by which ions are transported actively across the cell membrane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lang="en-US" sz="2400"/>
              <a:t>Receptor proteins</a:t>
            </a:r>
            <a:r>
              <a:rPr lang="en-US" sz="2000"/>
              <a:t> serve as the receptor sites for hormones and neurotransmitters.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</a:t>
            </a:r>
            <a:r>
              <a:rPr lang="en-US" sz="2400"/>
              <a:t>Enzymes:</a:t>
            </a:r>
            <a:r>
              <a:rPr lang="en-US" sz="2000"/>
              <a:t> Some of the protein molecules form the enzymes and control chemical (metabolic) reactions within the cell membrane</a:t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/>
              <a:t> Antigens:</a:t>
            </a:r>
            <a:r>
              <a:rPr lang="en-US" sz="2000"/>
              <a:t> Some proteins act as antigens and induce the process of antibody formation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 Cell adhesion molecules or the integral proteins are responsible for attachment of cells to their neighbors or to basal lamina.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0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24"/>
          <p:cNvSpPr txBox="1"/>
          <p:nvPr>
            <p:ph type="title"/>
          </p:nvPr>
        </p:nvSpPr>
        <p:spPr>
          <a:xfrm>
            <a:off x="4572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Functions of protein</a:t>
            </a:r>
            <a:endParaRPr b="1"/>
          </a:p>
        </p:txBody>
      </p:sp>
      <p:sp>
        <p:nvSpPr>
          <p:cNvPr id="1732" name="Google Shape;1732;p24"/>
          <p:cNvSpPr txBox="1"/>
          <p:nvPr>
            <p:ph idx="1" type="body"/>
          </p:nvPr>
        </p:nvSpPr>
        <p:spPr>
          <a:xfrm>
            <a:off x="0" y="990600"/>
            <a:ext cx="861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b="1" lang="en-US" sz="2400" u="sng"/>
              <a:t>Significance of proteins:-</a:t>
            </a:r>
            <a:r>
              <a:rPr b="1" lang="en-US" sz="2000" u="sng"/>
              <a:t>  </a:t>
            </a:r>
            <a:endParaRPr b="1" sz="2000" u="sng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 sz="2000"/>
              <a:t>1. Some proteins play vital role in transport across the membrane, and act </a:t>
            </a:r>
            <a:r>
              <a:rPr lang="en-US" sz="2000" u="sng"/>
              <a:t>as pump</a:t>
            </a:r>
            <a:r>
              <a:rPr lang="en-US" sz="2000"/>
              <a:t>. Ions get attached to the protein on one surface and move with protein to the other surface.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 sz="2000"/>
              <a:t>2. Some proteins form </a:t>
            </a:r>
            <a:r>
              <a:rPr lang="en-US" sz="2000" u="sng"/>
              <a:t>passive channels</a:t>
            </a:r>
            <a:r>
              <a:rPr lang="en-US" sz="2000"/>
              <a:t> through which substances can diffuse through the membrane.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 sz="2000"/>
              <a:t>3. Some proteins act as </a:t>
            </a:r>
            <a:r>
              <a:rPr lang="en-US" sz="2000" u="sng"/>
              <a:t>receptors</a:t>
            </a:r>
            <a:r>
              <a:rPr lang="en-US" sz="2000"/>
              <a:t> for specific neurotransmitters or hormones.</a:t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None/>
            </a:pPr>
            <a:r>
              <a:rPr lang="en-US" sz="2000"/>
              <a:t>4. Some proteins act as </a:t>
            </a:r>
            <a:r>
              <a:rPr lang="en-US" sz="2000" u="sng"/>
              <a:t>enzymes</a:t>
            </a:r>
            <a:r>
              <a:rPr lang="en-US" sz="1400" u="sng"/>
              <a:t>.</a:t>
            </a:r>
            <a:endParaRPr sz="1400"/>
          </a:p>
        </p:txBody>
      </p:sp>
      <p:pic>
        <p:nvPicPr>
          <p:cNvPr id="1733" name="Google Shape;17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3886200"/>
            <a:ext cx="6707188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The Cell Membrane</a:t>
            </a:r>
            <a:endParaRPr sz="4000"/>
          </a:p>
        </p:txBody>
      </p:sp>
      <p:sp>
        <p:nvSpPr>
          <p:cNvPr id="1739" name="Google Shape;1739;p25"/>
          <p:cNvSpPr txBox="1"/>
          <p:nvPr>
            <p:ph idx="1" type="body"/>
          </p:nvPr>
        </p:nvSpPr>
        <p:spPr>
          <a:xfrm>
            <a:off x="457200" y="1600200"/>
            <a:ext cx="8302625" cy="499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b="1" lang="en-US" sz="2800"/>
              <a:t>Peripheral Protein Functions</a:t>
            </a:r>
            <a:endParaRPr b="1" sz="2800"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Enzyme function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Mediate chemical reactions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Structural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Mediate attachment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Transporters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Between/among cell membrane proteins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Electron carriers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In electron transport chain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</a:pPr>
            <a:r>
              <a:rPr lang="en-US"/>
              <a:t>Regulators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Such as apoptosis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_07" id="1745" name="Google Shape;17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13" y="703263"/>
            <a:ext cx="8410575" cy="611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6" name="Google Shape;1746;p26"/>
          <p:cNvSpPr txBox="1"/>
          <p:nvPr>
            <p:ph idx="4294967295" type="title"/>
          </p:nvPr>
        </p:nvSpPr>
        <p:spPr>
          <a:xfrm>
            <a:off x="381000" y="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Many Functions of Membrane Proteins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747" name="Google Shape;1747;p26"/>
          <p:cNvSpPr/>
          <p:nvPr/>
        </p:nvSpPr>
        <p:spPr>
          <a:xfrm>
            <a:off x="468313" y="1381125"/>
            <a:ext cx="946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Outside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26"/>
          <p:cNvSpPr/>
          <p:nvPr/>
        </p:nvSpPr>
        <p:spPr>
          <a:xfrm>
            <a:off x="468313" y="2117725"/>
            <a:ext cx="1284287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Plasma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membrane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26"/>
          <p:cNvSpPr/>
          <p:nvPr/>
        </p:nvSpPr>
        <p:spPr>
          <a:xfrm>
            <a:off x="468313" y="2960688"/>
            <a:ext cx="733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Inside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26"/>
          <p:cNvSpPr/>
          <p:nvPr/>
        </p:nvSpPr>
        <p:spPr>
          <a:xfrm>
            <a:off x="2057400" y="3429000"/>
            <a:ext cx="142557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Transporter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26"/>
          <p:cNvSpPr/>
          <p:nvPr/>
        </p:nvSpPr>
        <p:spPr>
          <a:xfrm>
            <a:off x="6842125" y="3344863"/>
            <a:ext cx="1439863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surface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receptor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26"/>
          <p:cNvSpPr/>
          <p:nvPr/>
        </p:nvSpPr>
        <p:spPr>
          <a:xfrm>
            <a:off x="4648200" y="3352800"/>
            <a:ext cx="960438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Enzyme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3" name="Google Shape;1753;p26"/>
          <p:cNvSpPr/>
          <p:nvPr/>
        </p:nvSpPr>
        <p:spPr>
          <a:xfrm>
            <a:off x="1828800" y="6248400"/>
            <a:ext cx="181768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surface 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identity marker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26"/>
          <p:cNvSpPr/>
          <p:nvPr/>
        </p:nvSpPr>
        <p:spPr>
          <a:xfrm>
            <a:off x="6550025" y="6229350"/>
            <a:ext cx="21590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Attachment to the</a:t>
            </a:r>
            <a:b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cytoskeleton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26"/>
          <p:cNvSpPr/>
          <p:nvPr/>
        </p:nvSpPr>
        <p:spPr>
          <a:xfrm>
            <a:off x="4343400" y="6324600"/>
            <a:ext cx="16510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Cell adhesion</a:t>
            </a:r>
            <a:endParaRPr b="1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27"/>
          <p:cNvSpPr txBox="1"/>
          <p:nvPr>
            <p:ph type="title"/>
          </p:nvPr>
        </p:nvSpPr>
        <p:spPr>
          <a:xfrm>
            <a:off x="463550" y="150813"/>
            <a:ext cx="8004175" cy="722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Channel protein</a:t>
            </a:r>
            <a:endParaRPr sz="5400"/>
          </a:p>
        </p:txBody>
      </p:sp>
      <p:pic>
        <p:nvPicPr>
          <p:cNvPr descr="04_02a" id="1762" name="Google Shape;176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1832" t="4736"/>
          <a:stretch/>
        </p:blipFill>
        <p:spPr>
          <a:xfrm>
            <a:off x="2098675" y="1050925"/>
            <a:ext cx="4735513" cy="558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28"/>
          <p:cNvSpPr txBox="1"/>
          <p:nvPr>
            <p:ph type="title"/>
          </p:nvPr>
        </p:nvSpPr>
        <p:spPr>
          <a:xfrm>
            <a:off x="627063" y="163513"/>
            <a:ext cx="7881937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Carrier protein</a:t>
            </a:r>
            <a:endParaRPr sz="5400"/>
          </a:p>
        </p:txBody>
      </p:sp>
      <p:pic>
        <p:nvPicPr>
          <p:cNvPr descr="04_02ab" id="1769" name="Google Shape;1769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50705" t="0"/>
          <a:stretch/>
        </p:blipFill>
        <p:spPr>
          <a:xfrm>
            <a:off x="2209800" y="955675"/>
            <a:ext cx="471646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29"/>
          <p:cNvSpPr txBox="1"/>
          <p:nvPr>
            <p:ph type="title"/>
          </p:nvPr>
        </p:nvSpPr>
        <p:spPr>
          <a:xfrm>
            <a:off x="533400" y="0"/>
            <a:ext cx="80105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Cell recognition protein</a:t>
            </a:r>
            <a:endParaRPr sz="5400"/>
          </a:p>
        </p:txBody>
      </p:sp>
      <p:pic>
        <p:nvPicPr>
          <p:cNvPr descr="04_02c" id="1776" name="Google Shape;1776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911225"/>
            <a:ext cx="441801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30"/>
          <p:cNvSpPr txBox="1"/>
          <p:nvPr>
            <p:ph type="title"/>
          </p:nvPr>
        </p:nvSpPr>
        <p:spPr>
          <a:xfrm>
            <a:off x="471488" y="122238"/>
            <a:ext cx="8248650" cy="833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Receptor protein</a:t>
            </a:r>
            <a:endParaRPr sz="5400"/>
          </a:p>
        </p:txBody>
      </p:sp>
      <p:pic>
        <p:nvPicPr>
          <p:cNvPr descr="04_02d" id="1783" name="Google Shape;1783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6150" y="955675"/>
            <a:ext cx="4159250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/>
              <a:t>Carbohydrates </a:t>
            </a:r>
            <a:endParaRPr b="1" sz="4000"/>
          </a:p>
        </p:txBody>
      </p:sp>
      <p:sp>
        <p:nvSpPr>
          <p:cNvPr id="1789" name="Google Shape;1789;p31"/>
          <p:cNvSpPr txBox="1"/>
          <p:nvPr>
            <p:ph idx="1" type="body"/>
          </p:nvPr>
        </p:nvSpPr>
        <p:spPr>
          <a:xfrm>
            <a:off x="76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They are present at the surface of cell membrane.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They are attached either to the proteins (forming </a:t>
            </a:r>
            <a:r>
              <a:rPr lang="en-US" sz="2000" u="sng"/>
              <a:t>glycoproteins</a:t>
            </a:r>
            <a:r>
              <a:rPr lang="en-US" sz="2000"/>
              <a:t>),  or to the lipids (forming </a:t>
            </a:r>
            <a:r>
              <a:rPr lang="en-US" sz="2000" u="sng"/>
              <a:t>glycolipids</a:t>
            </a:r>
            <a:r>
              <a:rPr lang="en-US" sz="2000"/>
              <a:t>). </a:t>
            </a:r>
            <a:endParaRPr sz="2000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 sz="2000"/>
              <a:t>Carbohydrate molecules form a thin and loose covering over the entire surface of the cell membrane called glycocalyx</a:t>
            </a:r>
            <a:r>
              <a:rPr lang="en-US" sz="2000" u="sng"/>
              <a:t>. </a:t>
            </a:r>
            <a:r>
              <a:rPr lang="en-US" sz="2000"/>
              <a:t>Its thickness vary from 2 to 20 nm.</a:t>
            </a:r>
            <a:endParaRPr sz="2000" u="sng"/>
          </a:p>
          <a:p>
            <a:pPr indent="-215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/>
          </a:p>
        </p:txBody>
      </p:sp>
      <p:pic>
        <p:nvPicPr>
          <p:cNvPr descr="memb-mod" id="1790" name="Google Shape;179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1833563"/>
            <a:ext cx="4876800" cy="335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3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Function of membrane carbohydrates </a:t>
            </a:r>
            <a:endParaRPr sz="3600"/>
          </a:p>
        </p:txBody>
      </p:sp>
      <p:sp>
        <p:nvSpPr>
          <p:cNvPr descr="Rectangle: Click to edit Master text styles&#10;Second level&#10;Third level&#10;Fourth level&#10;Fifth level" id="1797" name="Google Shape;1797;p32"/>
          <p:cNvSpPr txBox="1"/>
          <p:nvPr>
            <p:ph idx="4294967295" type="body"/>
          </p:nvPr>
        </p:nvSpPr>
        <p:spPr>
          <a:xfrm>
            <a:off x="381000" y="1604963"/>
            <a:ext cx="5410200" cy="502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Play a key role in </a:t>
            </a:r>
            <a:r>
              <a:rPr lang="en-US" sz="2400" u="sng">
                <a:solidFill>
                  <a:srgbClr val="CC0000"/>
                </a:solidFill>
              </a:rPr>
              <a:t>cell-cell recognition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ability of a cell to distinguish one cell from another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rgbClr val="CC0000"/>
                </a:solidFill>
              </a:rPr>
              <a:t>antigens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important in organ &amp; </a:t>
            </a:r>
            <a:br>
              <a:rPr lang="en-US" sz="2400"/>
            </a:br>
            <a:r>
              <a:rPr lang="en-US" sz="2400"/>
              <a:t>tissue development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basis for rejection of </a:t>
            </a:r>
            <a:br>
              <a:rPr lang="en-US" sz="2400"/>
            </a:br>
            <a:r>
              <a:rPr lang="en-US" sz="2400"/>
              <a:t>foreign cells by </a:t>
            </a:r>
            <a:br>
              <a:rPr lang="en-US" sz="2400"/>
            </a:br>
            <a:r>
              <a:rPr lang="en-US" sz="2400" u="sng">
                <a:solidFill>
                  <a:srgbClr val="CC0000"/>
                </a:solidFill>
              </a:rPr>
              <a:t>immune system</a:t>
            </a:r>
            <a:endParaRPr sz="2400"/>
          </a:p>
        </p:txBody>
      </p:sp>
      <p:pic>
        <p:nvPicPr>
          <p:cNvPr descr="06_07d" id="1798" name="Google Shape;179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895600"/>
            <a:ext cx="3025775" cy="3690938"/>
          </a:xfrm>
          <a:prstGeom prst="rect">
            <a:avLst/>
          </a:prstGeom>
          <a:noFill/>
          <a:ln>
            <a:noFill/>
          </a:ln>
          <a:effectLst>
            <a:outerShdw rotWithShape="0" algn="ctr" dir="2700000" dist="35921">
              <a:srgbClr val="808080"/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	</a:t>
            </a:r>
            <a:r>
              <a:rPr lang="en-US" sz="6000"/>
              <a:t>    </a:t>
            </a:r>
            <a:r>
              <a:rPr lang="en-US" sz="4000"/>
              <a:t>The Cell Membrane</a:t>
            </a:r>
            <a:endParaRPr sz="4000"/>
          </a:p>
        </p:txBody>
      </p:sp>
      <p:sp>
        <p:nvSpPr>
          <p:cNvPr id="1804" name="Google Shape;1804;p33"/>
          <p:cNvSpPr txBox="1"/>
          <p:nvPr>
            <p:ph idx="1" type="body"/>
          </p:nvPr>
        </p:nvSpPr>
        <p:spPr>
          <a:xfrm>
            <a:off x="339725" y="1558925"/>
            <a:ext cx="8539163" cy="50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Functions of </a:t>
            </a:r>
            <a:r>
              <a:rPr lang="en-US" sz="2400">
                <a:solidFill>
                  <a:srgbClr val="FFFF00"/>
                </a:solidFill>
              </a:rPr>
              <a:t>glycocalyx:</a:t>
            </a:r>
            <a:endParaRPr sz="2400">
              <a:solidFill>
                <a:srgbClr val="FFFF00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Protection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Cushions the plasma membrane and protects it from chemical injury 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Immunity to infection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Enables the immune system to recognize and selectively attack foreign organisms 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Defense against cancer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Changes in the </a:t>
            </a:r>
            <a:r>
              <a:rPr lang="en-US" sz="2400">
                <a:solidFill>
                  <a:srgbClr val="FFFF00"/>
                </a:solidFill>
              </a:rPr>
              <a:t>glycocalyx</a:t>
            </a:r>
            <a:r>
              <a:rPr lang="en-US" sz="2400"/>
              <a:t> of cancerous cells enable the immune system to recognize and destroy them 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Transplant compatibility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Forms the basis for compatibility of blood transfusions, tissue grafts, and organ transplants </a:t>
            </a:r>
            <a:endParaRPr sz="2400"/>
          </a:p>
          <a:p>
            <a:pPr indent="-762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    </a:t>
            </a:r>
            <a:r>
              <a:rPr lang="en-US" sz="4000"/>
              <a:t>The Cell Membrane</a:t>
            </a:r>
            <a:endParaRPr/>
          </a:p>
        </p:txBody>
      </p:sp>
      <p:sp>
        <p:nvSpPr>
          <p:cNvPr id="1810" name="Google Shape;1810;p34"/>
          <p:cNvSpPr txBox="1"/>
          <p:nvPr>
            <p:ph idx="1" type="body"/>
          </p:nvPr>
        </p:nvSpPr>
        <p:spPr>
          <a:xfrm>
            <a:off x="457200" y="1417955"/>
            <a:ext cx="8229600" cy="4980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Cell adhesion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Binds cells together so that tissues do not fall apart 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Inflammation regulation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Glycocalyx coating on endothelial walls in blood vessels prevents leukocytes from rolling/binding in healthy states .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Fertilization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Enables sperm to recognize and bind to eggs </a:t>
            </a:r>
            <a:endParaRPr sz="2400"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</a:pPr>
            <a:r>
              <a:rPr lang="en-US" sz="2400"/>
              <a:t>Embryonic development</a:t>
            </a:r>
            <a:endParaRPr sz="2400"/>
          </a:p>
          <a:p>
            <a:pPr indent="-2286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/>
              <a:t>Guides embryonic cells to their destinations in the body .</a:t>
            </a:r>
            <a:endParaRPr sz="2400"/>
          </a:p>
          <a:p>
            <a:pPr indent="-76200" lvl="2" marL="11430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IMPORTANT RELATED Qs</a:t>
            </a:r>
            <a:endParaRPr sz="4000"/>
          </a:p>
        </p:txBody>
      </p:sp>
      <p:sp>
        <p:nvSpPr>
          <p:cNvPr id="1816" name="Google Shape;1816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Composition of cell membrane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What do u mean by Lipid bilayer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What do u mean by Fluid mosaic model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Significance of different layers of the cell membrane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/>
              <a:t>What are integral &amp; peripheral proteins.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Watch "Cell Membrane Structure &amp; Functions || Membrane Lipids, Membrane Proteins and Carbohydrates" on YouTube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https://youtu.be/SsFqmYATM3k?si=wiGDW7WPBsM1rxX6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2021-02-24T07:37:00Z</dcterms:created>
  <dc:creator>Durre Sameen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1033-12.2.0.20326</vt:lpwstr>
  </property>
  <property fmtid="{D5CDD505-2E9C-101B-9397-08002B2CF9AE}" pid="3" name="ICV">
    <vt:lpwstr>CC014882A7ED4148AEBE34C19278F222_12</vt:lpwstr>
  </property>
</Properties>
</file>